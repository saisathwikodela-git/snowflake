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4" r:id="rId14"/>
    <p:sldId id="275" r:id="rId15"/>
    <p:sldId id="268" r:id="rId16"/>
    <p:sldId id="269" r:id="rId17"/>
    <p:sldId id="270" r:id="rId18"/>
    <p:sldId id="276" r:id="rId19"/>
    <p:sldId id="272" r:id="rId20"/>
    <p:sldId id="273" r:id="rId21"/>
    <p:sldId id="277" r:id="rId22"/>
    <p:sldId id="278" r:id="rId23"/>
    <p:sldId id="279" r:id="rId24"/>
    <p:sldId id="280" r:id="rId25"/>
    <p:sldId id="281" r:id="rId26"/>
    <p:sldId id="28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ela, Sai Sathwik" userId="205ccc2e-f822-44a3-bfd6-758a683a8b09" providerId="ADAL" clId="{9E6834D8-D82A-4A62-80C9-2B1F67FEFF8D}"/>
    <pc:docChg chg="custSel addSld delSld modSld sldOrd">
      <pc:chgData name="Odela, Sai Sathwik" userId="205ccc2e-f822-44a3-bfd6-758a683a8b09" providerId="ADAL" clId="{9E6834D8-D82A-4A62-80C9-2B1F67FEFF8D}" dt="2025-12-09T11:28:52.483" v="354" actId="20577"/>
      <pc:docMkLst>
        <pc:docMk/>
      </pc:docMkLst>
      <pc:sldChg chg="addSp modSp mod modClrScheme chgLayout">
        <pc:chgData name="Odela, Sai Sathwik" userId="205ccc2e-f822-44a3-bfd6-758a683a8b09" providerId="ADAL" clId="{9E6834D8-D82A-4A62-80C9-2B1F67FEFF8D}" dt="2025-12-09T08:49:04.636" v="47" actId="27636"/>
        <pc:sldMkLst>
          <pc:docMk/>
          <pc:sldMk cId="4077493927" sldId="259"/>
        </pc:sldMkLst>
        <pc:spChg chg="add mod ord">
          <ac:chgData name="Odela, Sai Sathwik" userId="205ccc2e-f822-44a3-bfd6-758a683a8b09" providerId="ADAL" clId="{9E6834D8-D82A-4A62-80C9-2B1F67FEFF8D}" dt="2025-12-09T08:49:04.636" v="47" actId="27636"/>
          <ac:spMkLst>
            <pc:docMk/>
            <pc:sldMk cId="4077493927" sldId="259"/>
            <ac:spMk id="4" creationId="{DDBDEBDB-4E00-EA44-EEFF-77AE67283F4F}"/>
          </ac:spMkLst>
        </pc:spChg>
        <pc:picChg chg="add">
          <ac:chgData name="Odela, Sai Sathwik" userId="205ccc2e-f822-44a3-bfd6-758a683a8b09" providerId="ADAL" clId="{9E6834D8-D82A-4A62-80C9-2B1F67FEFF8D}" dt="2025-12-09T08:48:34.808" v="0" actId="22"/>
          <ac:picMkLst>
            <pc:docMk/>
            <pc:sldMk cId="4077493927" sldId="259"/>
            <ac:picMk id="3" creationId="{CC218DBF-1718-9000-6A1D-BB0587886049}"/>
          </ac:picMkLst>
        </pc:picChg>
      </pc:sldChg>
      <pc:sldChg chg="addSp delSp modSp new mod">
        <pc:chgData name="Odela, Sai Sathwik" userId="205ccc2e-f822-44a3-bfd6-758a683a8b09" providerId="ADAL" clId="{9E6834D8-D82A-4A62-80C9-2B1F67FEFF8D}" dt="2025-12-09T08:50:10.411" v="50" actId="22"/>
        <pc:sldMkLst>
          <pc:docMk/>
          <pc:sldMk cId="2459590440" sldId="260"/>
        </pc:sldMkLst>
        <pc:spChg chg="del mod">
          <ac:chgData name="Odela, Sai Sathwik" userId="205ccc2e-f822-44a3-bfd6-758a683a8b09" providerId="ADAL" clId="{9E6834D8-D82A-4A62-80C9-2B1F67FEFF8D}" dt="2025-12-09T08:49:14.020" v="49" actId="21"/>
          <ac:spMkLst>
            <pc:docMk/>
            <pc:sldMk cId="2459590440" sldId="260"/>
            <ac:spMk id="2" creationId="{D8BB9E35-ADE5-2DD6-F3E5-62BF659D6119}"/>
          </ac:spMkLst>
        </pc:spChg>
        <pc:picChg chg="add">
          <ac:chgData name="Odela, Sai Sathwik" userId="205ccc2e-f822-44a3-bfd6-758a683a8b09" providerId="ADAL" clId="{9E6834D8-D82A-4A62-80C9-2B1F67FEFF8D}" dt="2025-12-09T08:50:10.411" v="50" actId="22"/>
          <ac:picMkLst>
            <pc:docMk/>
            <pc:sldMk cId="2459590440" sldId="260"/>
            <ac:picMk id="4" creationId="{055C51D4-A160-ADD8-EC0B-FC82853418AF}"/>
          </ac:picMkLst>
        </pc:picChg>
      </pc:sldChg>
      <pc:sldChg chg="addSp new mod">
        <pc:chgData name="Odela, Sai Sathwik" userId="205ccc2e-f822-44a3-bfd6-758a683a8b09" providerId="ADAL" clId="{9E6834D8-D82A-4A62-80C9-2B1F67FEFF8D}" dt="2025-12-09T08:51:00.216" v="52" actId="22"/>
        <pc:sldMkLst>
          <pc:docMk/>
          <pc:sldMk cId="600110316" sldId="261"/>
        </pc:sldMkLst>
        <pc:picChg chg="add">
          <ac:chgData name="Odela, Sai Sathwik" userId="205ccc2e-f822-44a3-bfd6-758a683a8b09" providerId="ADAL" clId="{9E6834D8-D82A-4A62-80C9-2B1F67FEFF8D}" dt="2025-12-09T08:51:00.216" v="52" actId="22"/>
          <ac:picMkLst>
            <pc:docMk/>
            <pc:sldMk cId="600110316" sldId="261"/>
            <ac:picMk id="3" creationId="{57F6B6DB-E138-0E05-0B46-5520B14794F9}"/>
          </ac:picMkLst>
        </pc:picChg>
      </pc:sldChg>
      <pc:sldChg chg="addSp modSp new mod modClrScheme chgLayout">
        <pc:chgData name="Odela, Sai Sathwik" userId="205ccc2e-f822-44a3-bfd6-758a683a8b09" providerId="ADAL" clId="{9E6834D8-D82A-4A62-80C9-2B1F67FEFF8D}" dt="2025-12-09T08:53:29.250" v="103" actId="27636"/>
        <pc:sldMkLst>
          <pc:docMk/>
          <pc:sldMk cId="3338407857" sldId="262"/>
        </pc:sldMkLst>
        <pc:spChg chg="add mod ord">
          <ac:chgData name="Odela, Sai Sathwik" userId="205ccc2e-f822-44a3-bfd6-758a683a8b09" providerId="ADAL" clId="{9E6834D8-D82A-4A62-80C9-2B1F67FEFF8D}" dt="2025-12-09T08:53:29.250" v="103" actId="27636"/>
          <ac:spMkLst>
            <pc:docMk/>
            <pc:sldMk cId="3338407857" sldId="262"/>
            <ac:spMk id="4" creationId="{FD2973B1-BBC3-3A01-5344-A16D8370266D}"/>
          </ac:spMkLst>
        </pc:spChg>
        <pc:picChg chg="add">
          <ac:chgData name="Odela, Sai Sathwik" userId="205ccc2e-f822-44a3-bfd6-758a683a8b09" providerId="ADAL" clId="{9E6834D8-D82A-4A62-80C9-2B1F67FEFF8D}" dt="2025-12-09T08:52:56.177" v="54" actId="22"/>
          <ac:picMkLst>
            <pc:docMk/>
            <pc:sldMk cId="3338407857" sldId="262"/>
            <ac:picMk id="3" creationId="{F937A496-59F4-A216-131C-B47C7DCCA6E1}"/>
          </ac:picMkLst>
        </pc:picChg>
      </pc:sldChg>
      <pc:sldChg chg="addSp modSp new mod modClrScheme chgLayout">
        <pc:chgData name="Odela, Sai Sathwik" userId="205ccc2e-f822-44a3-bfd6-758a683a8b09" providerId="ADAL" clId="{9E6834D8-D82A-4A62-80C9-2B1F67FEFF8D}" dt="2025-12-09T08:55:52.437" v="145" actId="27636"/>
        <pc:sldMkLst>
          <pc:docMk/>
          <pc:sldMk cId="1790925568" sldId="263"/>
        </pc:sldMkLst>
        <pc:spChg chg="add mod ord">
          <ac:chgData name="Odela, Sai Sathwik" userId="205ccc2e-f822-44a3-bfd6-758a683a8b09" providerId="ADAL" clId="{9E6834D8-D82A-4A62-80C9-2B1F67FEFF8D}" dt="2025-12-09T08:55:52.437" v="145" actId="27636"/>
          <ac:spMkLst>
            <pc:docMk/>
            <pc:sldMk cId="1790925568" sldId="263"/>
            <ac:spMk id="4" creationId="{9570A610-3B84-0CE9-83B7-2837410DEC3F}"/>
          </ac:spMkLst>
        </pc:spChg>
        <pc:picChg chg="add">
          <ac:chgData name="Odela, Sai Sathwik" userId="205ccc2e-f822-44a3-bfd6-758a683a8b09" providerId="ADAL" clId="{9E6834D8-D82A-4A62-80C9-2B1F67FEFF8D}" dt="2025-12-09T08:55:26.906" v="105" actId="22"/>
          <ac:picMkLst>
            <pc:docMk/>
            <pc:sldMk cId="1790925568" sldId="263"/>
            <ac:picMk id="3" creationId="{800A0528-876E-B533-52A5-C848937434D5}"/>
          </ac:picMkLst>
        </pc:picChg>
      </pc:sldChg>
      <pc:sldChg chg="addSp delSp modSp new mod">
        <pc:chgData name="Odela, Sai Sathwik" userId="205ccc2e-f822-44a3-bfd6-758a683a8b09" providerId="ADAL" clId="{9E6834D8-D82A-4A62-80C9-2B1F67FEFF8D}" dt="2025-12-09T09:01:09.581" v="156" actId="1076"/>
        <pc:sldMkLst>
          <pc:docMk/>
          <pc:sldMk cId="1808172254" sldId="264"/>
        </pc:sldMkLst>
        <pc:spChg chg="del mod">
          <ac:chgData name="Odela, Sai Sathwik" userId="205ccc2e-f822-44a3-bfd6-758a683a8b09" providerId="ADAL" clId="{9E6834D8-D82A-4A62-80C9-2B1F67FEFF8D}" dt="2025-12-09T09:01:03.734" v="153" actId="21"/>
          <ac:spMkLst>
            <pc:docMk/>
            <pc:sldMk cId="1808172254" sldId="264"/>
            <ac:spMk id="2" creationId="{04BB3387-F94E-4D80-AF5B-60E95460573F}"/>
          </ac:spMkLst>
        </pc:spChg>
        <pc:picChg chg="add mod">
          <ac:chgData name="Odela, Sai Sathwik" userId="205ccc2e-f822-44a3-bfd6-758a683a8b09" providerId="ADAL" clId="{9E6834D8-D82A-4A62-80C9-2B1F67FEFF8D}" dt="2025-12-09T09:01:09.581" v="156" actId="1076"/>
          <ac:picMkLst>
            <pc:docMk/>
            <pc:sldMk cId="1808172254" sldId="264"/>
            <ac:picMk id="4" creationId="{8E26EC1B-31BF-C155-2386-7EFDCF9E6C7E}"/>
          </ac:picMkLst>
        </pc:picChg>
      </pc:sldChg>
      <pc:sldChg chg="addSp new mod">
        <pc:chgData name="Odela, Sai Sathwik" userId="205ccc2e-f822-44a3-bfd6-758a683a8b09" providerId="ADAL" clId="{9E6834D8-D82A-4A62-80C9-2B1F67FEFF8D}" dt="2025-12-09T08:59:24.678" v="147" actId="22"/>
        <pc:sldMkLst>
          <pc:docMk/>
          <pc:sldMk cId="3001487426" sldId="265"/>
        </pc:sldMkLst>
        <pc:picChg chg="add">
          <ac:chgData name="Odela, Sai Sathwik" userId="205ccc2e-f822-44a3-bfd6-758a683a8b09" providerId="ADAL" clId="{9E6834D8-D82A-4A62-80C9-2B1F67FEFF8D}" dt="2025-12-09T08:59:24.678" v="147" actId="22"/>
          <ac:picMkLst>
            <pc:docMk/>
            <pc:sldMk cId="3001487426" sldId="265"/>
            <ac:picMk id="3" creationId="{0878B376-C39A-B90C-63A3-E810A0EDF9CD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09:02:14.016" v="161" actId="1076"/>
        <pc:sldMkLst>
          <pc:docMk/>
          <pc:sldMk cId="2259264667" sldId="266"/>
        </pc:sldMkLst>
        <pc:picChg chg="add mod">
          <ac:chgData name="Odela, Sai Sathwik" userId="205ccc2e-f822-44a3-bfd6-758a683a8b09" providerId="ADAL" clId="{9E6834D8-D82A-4A62-80C9-2B1F67FEFF8D}" dt="2025-12-09T09:02:14.016" v="161" actId="1076"/>
          <ac:picMkLst>
            <pc:docMk/>
            <pc:sldMk cId="2259264667" sldId="266"/>
            <ac:picMk id="3" creationId="{E6C63A8D-056D-AED2-1A5B-3CB9DEBBF5E7}"/>
          </ac:picMkLst>
        </pc:picChg>
      </pc:sldChg>
      <pc:sldChg chg="addSp new mod">
        <pc:chgData name="Odela, Sai Sathwik" userId="205ccc2e-f822-44a3-bfd6-758a683a8b09" providerId="ADAL" clId="{9E6834D8-D82A-4A62-80C9-2B1F67FEFF8D}" dt="2025-12-09T09:04:41.654" v="163" actId="22"/>
        <pc:sldMkLst>
          <pc:docMk/>
          <pc:sldMk cId="3307755358" sldId="267"/>
        </pc:sldMkLst>
        <pc:picChg chg="add">
          <ac:chgData name="Odela, Sai Sathwik" userId="205ccc2e-f822-44a3-bfd6-758a683a8b09" providerId="ADAL" clId="{9E6834D8-D82A-4A62-80C9-2B1F67FEFF8D}" dt="2025-12-09T09:04:41.654" v="163" actId="22"/>
          <ac:picMkLst>
            <pc:docMk/>
            <pc:sldMk cId="3307755358" sldId="267"/>
            <ac:picMk id="3" creationId="{F4FB12F4-9EE6-9768-9844-750EC92EC324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09:14:30.858" v="167" actId="1076"/>
        <pc:sldMkLst>
          <pc:docMk/>
          <pc:sldMk cId="3400408696" sldId="268"/>
        </pc:sldMkLst>
        <pc:picChg chg="add mod">
          <ac:chgData name="Odela, Sai Sathwik" userId="205ccc2e-f822-44a3-bfd6-758a683a8b09" providerId="ADAL" clId="{9E6834D8-D82A-4A62-80C9-2B1F67FEFF8D}" dt="2025-12-09T09:14:30.858" v="167" actId="1076"/>
          <ac:picMkLst>
            <pc:docMk/>
            <pc:sldMk cId="3400408696" sldId="268"/>
            <ac:picMk id="3" creationId="{C4DA0408-D7EC-9B4B-A41B-44E868039412}"/>
          </ac:picMkLst>
        </pc:picChg>
      </pc:sldChg>
      <pc:sldChg chg="addSp new mod">
        <pc:chgData name="Odela, Sai Sathwik" userId="205ccc2e-f822-44a3-bfd6-758a683a8b09" providerId="ADAL" clId="{9E6834D8-D82A-4A62-80C9-2B1F67FEFF8D}" dt="2025-12-09T09:15:40.541" v="169" actId="22"/>
        <pc:sldMkLst>
          <pc:docMk/>
          <pc:sldMk cId="4117223341" sldId="269"/>
        </pc:sldMkLst>
        <pc:picChg chg="add">
          <ac:chgData name="Odela, Sai Sathwik" userId="205ccc2e-f822-44a3-bfd6-758a683a8b09" providerId="ADAL" clId="{9E6834D8-D82A-4A62-80C9-2B1F67FEFF8D}" dt="2025-12-09T09:15:40.541" v="169" actId="22"/>
          <ac:picMkLst>
            <pc:docMk/>
            <pc:sldMk cId="4117223341" sldId="269"/>
            <ac:picMk id="3" creationId="{E76DA6F6-065D-48D9-3094-C95FB76C3CC3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09:18:38.066" v="173" actId="1076"/>
        <pc:sldMkLst>
          <pc:docMk/>
          <pc:sldMk cId="788188080" sldId="270"/>
        </pc:sldMkLst>
        <pc:picChg chg="add mod">
          <ac:chgData name="Odela, Sai Sathwik" userId="205ccc2e-f822-44a3-bfd6-758a683a8b09" providerId="ADAL" clId="{9E6834D8-D82A-4A62-80C9-2B1F67FEFF8D}" dt="2025-12-09T09:18:38.066" v="173" actId="1076"/>
          <ac:picMkLst>
            <pc:docMk/>
            <pc:sldMk cId="788188080" sldId="270"/>
            <ac:picMk id="3" creationId="{A7743FC6-0E38-07DD-57D4-5008190E5E25}"/>
          </ac:picMkLst>
        </pc:picChg>
      </pc:sldChg>
      <pc:sldChg chg="addSp new del mod">
        <pc:chgData name="Odela, Sai Sathwik" userId="205ccc2e-f822-44a3-bfd6-758a683a8b09" providerId="ADAL" clId="{9E6834D8-D82A-4A62-80C9-2B1F67FEFF8D}" dt="2025-12-09T11:11:33.466" v="311" actId="2696"/>
        <pc:sldMkLst>
          <pc:docMk/>
          <pc:sldMk cId="3801298880" sldId="271"/>
        </pc:sldMkLst>
        <pc:picChg chg="add">
          <ac:chgData name="Odela, Sai Sathwik" userId="205ccc2e-f822-44a3-bfd6-758a683a8b09" providerId="ADAL" clId="{9E6834D8-D82A-4A62-80C9-2B1F67FEFF8D}" dt="2025-12-09T09:32:16.061" v="175" actId="22"/>
          <ac:picMkLst>
            <pc:docMk/>
            <pc:sldMk cId="3801298880" sldId="271"/>
            <ac:picMk id="3" creationId="{AB5A5D8B-6972-3B46-BB52-D5DCB0077A53}"/>
          </ac:picMkLst>
        </pc:picChg>
      </pc:sldChg>
      <pc:sldChg chg="addSp new mod ord">
        <pc:chgData name="Odela, Sai Sathwik" userId="205ccc2e-f822-44a3-bfd6-758a683a8b09" providerId="ADAL" clId="{9E6834D8-D82A-4A62-80C9-2B1F67FEFF8D}" dt="2025-12-09T11:11:36.851" v="313"/>
        <pc:sldMkLst>
          <pc:docMk/>
          <pc:sldMk cId="786115578" sldId="272"/>
        </pc:sldMkLst>
        <pc:picChg chg="add">
          <ac:chgData name="Odela, Sai Sathwik" userId="205ccc2e-f822-44a3-bfd6-758a683a8b09" providerId="ADAL" clId="{9E6834D8-D82A-4A62-80C9-2B1F67FEFF8D}" dt="2025-12-09T09:32:34.204" v="177" actId="22"/>
          <ac:picMkLst>
            <pc:docMk/>
            <pc:sldMk cId="786115578" sldId="272"/>
            <ac:picMk id="3" creationId="{C865FE28-3DFF-9863-775D-426FBB2A3129}"/>
          </ac:picMkLst>
        </pc:picChg>
      </pc:sldChg>
      <pc:sldChg chg="addSp new mod">
        <pc:chgData name="Odela, Sai Sathwik" userId="205ccc2e-f822-44a3-bfd6-758a683a8b09" providerId="ADAL" clId="{9E6834D8-D82A-4A62-80C9-2B1F67FEFF8D}" dt="2025-12-09T09:33:01.479" v="179" actId="22"/>
        <pc:sldMkLst>
          <pc:docMk/>
          <pc:sldMk cId="1429129052" sldId="273"/>
        </pc:sldMkLst>
        <pc:picChg chg="add">
          <ac:chgData name="Odela, Sai Sathwik" userId="205ccc2e-f822-44a3-bfd6-758a683a8b09" providerId="ADAL" clId="{9E6834D8-D82A-4A62-80C9-2B1F67FEFF8D}" dt="2025-12-09T09:33:01.479" v="179" actId="22"/>
          <ac:picMkLst>
            <pc:docMk/>
            <pc:sldMk cId="1429129052" sldId="273"/>
            <ac:picMk id="3" creationId="{070871C0-E308-5F86-832F-C8BECAE4FED3}"/>
          </ac:picMkLst>
        </pc:picChg>
      </pc:sldChg>
      <pc:sldChg chg="addSp new mod">
        <pc:chgData name="Odela, Sai Sathwik" userId="205ccc2e-f822-44a3-bfd6-758a683a8b09" providerId="ADAL" clId="{9E6834D8-D82A-4A62-80C9-2B1F67FEFF8D}" dt="2025-12-09T11:06:32.862" v="181" actId="22"/>
        <pc:sldMkLst>
          <pc:docMk/>
          <pc:sldMk cId="186053353" sldId="274"/>
        </pc:sldMkLst>
        <pc:picChg chg="add">
          <ac:chgData name="Odela, Sai Sathwik" userId="205ccc2e-f822-44a3-bfd6-758a683a8b09" providerId="ADAL" clId="{9E6834D8-D82A-4A62-80C9-2B1F67FEFF8D}" dt="2025-12-09T11:06:32.862" v="181" actId="22"/>
          <ac:picMkLst>
            <pc:docMk/>
            <pc:sldMk cId="186053353" sldId="274"/>
            <ac:picMk id="3" creationId="{89C87E27-2451-9505-B9F3-A2DE6FFC2084}"/>
          </ac:picMkLst>
        </pc:picChg>
      </pc:sldChg>
      <pc:sldChg chg="delSp modSp new mod">
        <pc:chgData name="Odela, Sai Sathwik" userId="205ccc2e-f822-44a3-bfd6-758a683a8b09" providerId="ADAL" clId="{9E6834D8-D82A-4A62-80C9-2B1F67FEFF8D}" dt="2025-12-09T11:28:52.483" v="354" actId="20577"/>
        <pc:sldMkLst>
          <pc:docMk/>
          <pc:sldMk cId="1421667570" sldId="275"/>
        </pc:sldMkLst>
        <pc:spChg chg="mod">
          <ac:chgData name="Odela, Sai Sathwik" userId="205ccc2e-f822-44a3-bfd6-758a683a8b09" providerId="ADAL" clId="{9E6834D8-D82A-4A62-80C9-2B1F67FEFF8D}" dt="2025-12-09T11:28:52.483" v="354" actId="20577"/>
          <ac:spMkLst>
            <pc:docMk/>
            <pc:sldMk cId="1421667570" sldId="275"/>
            <ac:spMk id="2" creationId="{3E8B900D-12F6-041A-4151-A11CF07DF77C}"/>
          </ac:spMkLst>
        </pc:spChg>
        <pc:spChg chg="del mod">
          <ac:chgData name="Odela, Sai Sathwik" userId="205ccc2e-f822-44a3-bfd6-758a683a8b09" providerId="ADAL" clId="{9E6834D8-D82A-4A62-80C9-2B1F67FEFF8D}" dt="2025-12-09T11:07:13.834" v="256" actId="21"/>
          <ac:spMkLst>
            <pc:docMk/>
            <pc:sldMk cId="1421667570" sldId="275"/>
            <ac:spMk id="3" creationId="{8D733BD9-BCAE-9103-487A-54AC075529DF}"/>
          </ac:spMkLst>
        </pc:spChg>
      </pc:sldChg>
      <pc:sldChg chg="addSp new mod">
        <pc:chgData name="Odela, Sai Sathwik" userId="205ccc2e-f822-44a3-bfd6-758a683a8b09" providerId="ADAL" clId="{9E6834D8-D82A-4A62-80C9-2B1F67FEFF8D}" dt="2025-12-09T11:11:18.059" v="310" actId="22"/>
        <pc:sldMkLst>
          <pc:docMk/>
          <pc:sldMk cId="2831137623" sldId="276"/>
        </pc:sldMkLst>
        <pc:picChg chg="add">
          <ac:chgData name="Odela, Sai Sathwik" userId="205ccc2e-f822-44a3-bfd6-758a683a8b09" providerId="ADAL" clId="{9E6834D8-D82A-4A62-80C9-2B1F67FEFF8D}" dt="2025-12-09T11:11:18.059" v="310" actId="22"/>
          <ac:picMkLst>
            <pc:docMk/>
            <pc:sldMk cId="2831137623" sldId="276"/>
            <ac:picMk id="3" creationId="{7F7A7CA7-8D53-ACBF-5D80-C48029C99FB9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13:54.495" v="317" actId="1076"/>
        <pc:sldMkLst>
          <pc:docMk/>
          <pc:sldMk cId="290986251" sldId="277"/>
        </pc:sldMkLst>
        <pc:picChg chg="add mod">
          <ac:chgData name="Odela, Sai Sathwik" userId="205ccc2e-f822-44a3-bfd6-758a683a8b09" providerId="ADAL" clId="{9E6834D8-D82A-4A62-80C9-2B1F67FEFF8D}" dt="2025-12-09T11:13:54.495" v="317" actId="1076"/>
          <ac:picMkLst>
            <pc:docMk/>
            <pc:sldMk cId="290986251" sldId="277"/>
            <ac:picMk id="3" creationId="{9ACD1AB2-0056-A568-245E-0D78A4685631}"/>
          </ac:picMkLst>
        </pc:picChg>
      </pc:sldChg>
      <pc:sldChg chg="addSp new mod">
        <pc:chgData name="Odela, Sai Sathwik" userId="205ccc2e-f822-44a3-bfd6-758a683a8b09" providerId="ADAL" clId="{9E6834D8-D82A-4A62-80C9-2B1F67FEFF8D}" dt="2025-12-09T11:16:17.221" v="319" actId="22"/>
        <pc:sldMkLst>
          <pc:docMk/>
          <pc:sldMk cId="3906166533" sldId="278"/>
        </pc:sldMkLst>
        <pc:picChg chg="add">
          <ac:chgData name="Odela, Sai Sathwik" userId="205ccc2e-f822-44a3-bfd6-758a683a8b09" providerId="ADAL" clId="{9E6834D8-D82A-4A62-80C9-2B1F67FEFF8D}" dt="2025-12-09T11:16:17.221" v="319" actId="22"/>
          <ac:picMkLst>
            <pc:docMk/>
            <pc:sldMk cId="3906166533" sldId="278"/>
            <ac:picMk id="3" creationId="{DF73BF61-FD38-6B77-580C-1356132DF301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28:25.658" v="339" actId="1076"/>
        <pc:sldMkLst>
          <pc:docMk/>
          <pc:sldMk cId="1992411931" sldId="279"/>
        </pc:sldMkLst>
        <pc:picChg chg="add mod">
          <ac:chgData name="Odela, Sai Sathwik" userId="205ccc2e-f822-44a3-bfd6-758a683a8b09" providerId="ADAL" clId="{9E6834D8-D82A-4A62-80C9-2B1F67FEFF8D}" dt="2025-12-09T11:28:25.658" v="339" actId="1076"/>
          <ac:picMkLst>
            <pc:docMk/>
            <pc:sldMk cId="1992411931" sldId="279"/>
            <ac:picMk id="3" creationId="{CB9965F0-9930-DB37-D4C1-842359CA54CA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28:20.020" v="337" actId="14100"/>
        <pc:sldMkLst>
          <pc:docMk/>
          <pc:sldMk cId="317842022" sldId="280"/>
        </pc:sldMkLst>
        <pc:picChg chg="add mod">
          <ac:chgData name="Odela, Sai Sathwik" userId="205ccc2e-f822-44a3-bfd6-758a683a8b09" providerId="ADAL" clId="{9E6834D8-D82A-4A62-80C9-2B1F67FEFF8D}" dt="2025-12-09T11:28:20.020" v="337" actId="14100"/>
          <ac:picMkLst>
            <pc:docMk/>
            <pc:sldMk cId="317842022" sldId="280"/>
            <ac:picMk id="3" creationId="{48BDD50C-7469-AA6A-B097-2F5A3D572CDD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28:15.524" v="336" actId="14100"/>
        <pc:sldMkLst>
          <pc:docMk/>
          <pc:sldMk cId="2741892042" sldId="281"/>
        </pc:sldMkLst>
        <pc:picChg chg="add mod">
          <ac:chgData name="Odela, Sai Sathwik" userId="205ccc2e-f822-44a3-bfd6-758a683a8b09" providerId="ADAL" clId="{9E6834D8-D82A-4A62-80C9-2B1F67FEFF8D}" dt="2025-12-09T11:28:15.524" v="336" actId="14100"/>
          <ac:picMkLst>
            <pc:docMk/>
            <pc:sldMk cId="2741892042" sldId="281"/>
            <ac:picMk id="3" creationId="{61B11AE4-D66C-3223-A4AA-5D8C552CC42B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28:10.260" v="335" actId="14100"/>
        <pc:sldMkLst>
          <pc:docMk/>
          <pc:sldMk cId="3910112998" sldId="282"/>
        </pc:sldMkLst>
        <pc:picChg chg="add mod">
          <ac:chgData name="Odela, Sai Sathwik" userId="205ccc2e-f822-44a3-bfd6-758a683a8b09" providerId="ADAL" clId="{9E6834D8-D82A-4A62-80C9-2B1F67FEFF8D}" dt="2025-12-09T11:28:10.260" v="335" actId="14100"/>
          <ac:picMkLst>
            <pc:docMk/>
            <pc:sldMk cId="3910112998" sldId="282"/>
            <ac:picMk id="3" creationId="{7A5AF6C1-5240-BC03-E61C-49EF3AA5F756}"/>
          </ac:picMkLst>
        </pc:picChg>
      </pc:sldChg>
      <pc:sldChg chg="addSp modSp new mod">
        <pc:chgData name="Odela, Sai Sathwik" userId="205ccc2e-f822-44a3-bfd6-758a683a8b09" providerId="ADAL" clId="{9E6834D8-D82A-4A62-80C9-2B1F67FEFF8D}" dt="2025-12-09T11:28:00.812" v="332" actId="1076"/>
        <pc:sldMkLst>
          <pc:docMk/>
          <pc:sldMk cId="3396503731" sldId="283"/>
        </pc:sldMkLst>
        <pc:picChg chg="add mod">
          <ac:chgData name="Odela, Sai Sathwik" userId="205ccc2e-f822-44a3-bfd6-758a683a8b09" providerId="ADAL" clId="{9E6834D8-D82A-4A62-80C9-2B1F67FEFF8D}" dt="2025-12-09T11:28:00.812" v="332" actId="1076"/>
          <ac:picMkLst>
            <pc:docMk/>
            <pc:sldMk cId="3396503731" sldId="283"/>
            <ac:picMk id="3" creationId="{F391BFBF-D94B-DC52-539C-81C499C6643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80B02-D533-AD0B-A4DE-74EF5F13BD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0DDBA-F9AB-C8D1-2F62-B5467009B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62B01-032C-3280-44BF-EDD518BD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5CB8-B547-3771-D548-C43CE063B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629B2-12DE-B224-114A-9C2C7BDA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8E53B-A724-84CE-FDA2-54FE0BEC2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6FAFA-B792-4BEC-8045-2160ACB79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9304B-C5A1-39C2-6642-5BFCEA04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29DC92-CE42-37DE-48C8-A843523AF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6E109-AF15-3293-31D9-774B50663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67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A67C7-8EEA-DF8F-BDB6-0260CB3F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50E64-AB1C-1582-D938-EE7F5E0A0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2F9D7-AFBA-577B-F68F-9D8E18F4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C0165-C673-B28D-DAC1-BCF88253A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680DC-2C0F-ED6C-005D-57BA64CC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6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178F-F491-5989-941C-63F7A4763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404C4-17BA-E082-6D8A-D80A454B76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AB21D-B7AF-111F-2D75-557CA136E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306B9D-F029-584F-EF1E-033EF0E80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BA05E-95DA-D133-C1C7-FCFCA5FA6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1BBCDD-9745-B78C-779F-F5A12DA3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0C978-774C-8F97-84D7-78F341AE0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107A3-DD93-599D-B07F-DD439BB5D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CB273-CC3B-0A4B-89F7-234C26FD7C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351F6D-B381-B620-90C6-4DC315931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B042FB-A5D1-B548-80F9-44AF2EDB3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1A2C3-5499-C58E-EFC5-072459531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00296C-A1AA-23BA-686B-9D3F1164B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2B6392-B033-3DFA-AC0C-07BB9F706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287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726C-5716-B7E6-97CB-783B55E65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CE1D8-D18D-6E26-AFC1-D55DD3CA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4F781-6EEF-73CC-3D10-91E411AB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C45EF-1378-F326-DD7F-1DDADE2D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76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96339-CA80-319A-B042-BEC387189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5683B-FADC-6A97-47F5-7419F8DD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9A49A-F49D-54BA-5F83-693F3E44B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36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1C875-AB65-857F-C894-AAC958A2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4B3CE-D030-F6B4-6CD4-FF0D0CD54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AC67B4-CDF4-17B9-7FFF-1CF6A4ABD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DBCA4-5510-A7F0-28EC-ADAD95109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27C2C7-2F41-20ED-E1FE-B200F516C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390C4D-E26C-7789-344B-BA43A064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9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EF51-26B7-AE07-6C52-08626E67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9E4D17-A1A6-4AA4-CD7A-7A88548C0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2D31C2-7CA7-4089-23D9-857C894E4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77017B-5480-2CB3-C031-998048CF1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B3EA2C-0BD6-4185-82F6-79832F3B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5E9A9-224B-9439-2B2F-3350F4DE1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15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B9CB-8A17-92C1-B02C-53229A2F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737E7-6B33-1D2D-F354-DF59374F0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B1632-C6AD-A44E-D9C3-B8784B3B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3DEC9-7FD2-EFED-D580-5D6A8BB7F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8FBE7-047F-2B95-71EE-A323B37DF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01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0E3916-4062-CFB6-6DB0-838B1A99A2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DF1554-DAFE-0DE9-4714-20A02A71B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0A006-8B45-4734-31FA-6B54C9EF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681CC-4828-8729-6501-B1831B73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AF726-C9AD-ECE7-F28D-042B8BB6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3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99318-6BD7-8E82-920D-D43C7C47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7D1E3-3F12-8F31-6CAC-47DAA8E63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15983-4E14-6D8C-ADBE-2E77D3476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6DA03B-7DED-4D29-B8EA-B6AF580055C0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3C200-A660-CBAE-F1C5-D47D34DE1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702F63-1C78-5329-F37D-F0518C39E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C48029-0F81-46C5-9ACA-3EA9443DF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DA667-41AE-0AE2-3BB5-EFB537EBE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INTEGRATING SNOWPIPE WITH AZURE DELTA LAKE </a:t>
            </a:r>
          </a:p>
        </p:txBody>
      </p:sp>
    </p:spTree>
    <p:extLst>
      <p:ext uri="{BB962C8B-B14F-4D97-AF65-F5344CB8AC3E}">
        <p14:creationId xmlns:p14="http://schemas.microsoft.com/office/powerpoint/2010/main" val="143333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B14333-9DDA-B1C8-06DC-D6E36ED00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551489"/>
            <a:ext cx="11582400" cy="514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08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D19FA-67F0-E8B3-9C42-465001976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71" y="870856"/>
            <a:ext cx="8915400" cy="4855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67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218DBF-1718-9000-6A1D-BB0587886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046" y="918812"/>
            <a:ext cx="8287907" cy="5020376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DBDEBDB-4E00-EA44-EEFF-77AE6728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277132"/>
          </a:xfrm>
        </p:spPr>
        <p:txBody>
          <a:bodyPr>
            <a:normAutofit fontScale="90000"/>
          </a:bodyPr>
          <a:lstStyle/>
          <a:p>
            <a:r>
              <a:rPr lang="en-US" dirty="0"/>
              <a:t>Go to tenant properties and copy tenant ID</a:t>
            </a:r>
          </a:p>
        </p:txBody>
      </p:sp>
    </p:spTree>
    <p:extLst>
      <p:ext uri="{BB962C8B-B14F-4D97-AF65-F5344CB8AC3E}">
        <p14:creationId xmlns:p14="http://schemas.microsoft.com/office/powerpoint/2010/main" val="407749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5C51D4-A160-ADD8-EC0B-FC8285341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940" y="1214128"/>
            <a:ext cx="981211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590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F6B6DB-E138-0E05-0B46-5520B147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625" y="2009577"/>
            <a:ext cx="8954750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110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37A496-59F4-A216-131C-B47C7DCCA6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23" y="899759"/>
            <a:ext cx="10945753" cy="505848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D2973B1-BBC3-3A01-5344-A16D83702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33589"/>
          </a:xfrm>
        </p:spPr>
        <p:txBody>
          <a:bodyPr>
            <a:normAutofit fontScale="90000"/>
          </a:bodyPr>
          <a:lstStyle/>
          <a:p>
            <a:r>
              <a:rPr lang="en-US" dirty="0"/>
              <a:t>Click on azure consent URL and accept </a:t>
            </a:r>
          </a:p>
        </p:txBody>
      </p:sp>
    </p:spTree>
    <p:extLst>
      <p:ext uri="{BB962C8B-B14F-4D97-AF65-F5344CB8AC3E}">
        <p14:creationId xmlns:p14="http://schemas.microsoft.com/office/powerpoint/2010/main" val="3338407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0A0528-876E-B533-52A5-C84893743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1395128"/>
            <a:ext cx="10526594" cy="406774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570A610-3B84-0CE9-83B7-2837410DE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Copy azure tenant app name</a:t>
            </a:r>
          </a:p>
        </p:txBody>
      </p:sp>
    </p:spTree>
    <p:extLst>
      <p:ext uri="{BB962C8B-B14F-4D97-AF65-F5344CB8AC3E}">
        <p14:creationId xmlns:p14="http://schemas.microsoft.com/office/powerpoint/2010/main" val="179092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78B376-C39A-B90C-63A3-E810A0EDF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50" y="190048"/>
            <a:ext cx="10202699" cy="6477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487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26EC1B-31BF-C155-2386-7EFDCF9E6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86" y="288924"/>
            <a:ext cx="11179628" cy="6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72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C63A8D-056D-AED2-1A5B-3CB9DEBBF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514" y="511627"/>
            <a:ext cx="6419134" cy="545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264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FB12F4-9EE6-9768-9844-750EC92EC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33" y="1828576"/>
            <a:ext cx="11698333" cy="320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75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C87E27-2451-9505-B9F3-A2DE6FFC2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492" y="1209365"/>
            <a:ext cx="10317015" cy="443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53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B900D-12F6-041A-4151-A11CF07DF7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754437"/>
          </a:xfrm>
        </p:spPr>
        <p:txBody>
          <a:bodyPr>
            <a:normAutofit/>
          </a:bodyPr>
          <a:lstStyle/>
          <a:p>
            <a:r>
              <a:rPr lang="en-US" dirty="0"/>
              <a:t>We will create a notification integration with queue for continuous ingestion using </a:t>
            </a:r>
            <a:r>
              <a:rPr lang="en-US" dirty="0" err="1"/>
              <a:t>snowpipe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667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DA0408-D7EC-9B4B-A41B-44E868039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57" y="1213061"/>
            <a:ext cx="11517086" cy="412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408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6DA6F6-065D-48D9-3094-C95FB76C3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651" y="137653"/>
            <a:ext cx="9840698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233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743FC6-0E38-07DD-57D4-5008190E5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927" y="293914"/>
            <a:ext cx="5888260" cy="608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188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7A7CA7-8D53-ACBF-5D80-C48029C99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467" y="1199839"/>
            <a:ext cx="9069066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1376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65FE28-3DFF-9863-775D-426FBB2A3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1385602"/>
            <a:ext cx="10212225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115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0871C0-E308-5F86-832F-C8BECAE4F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222" y="0"/>
            <a:ext cx="7563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29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CD1AB2-0056-A568-245E-0D78A4685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163" y="283028"/>
            <a:ext cx="7173673" cy="587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6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73BF61-FD38-6B77-580C-1356132DF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2" y="0"/>
            <a:ext cx="101217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66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9965F0-9930-DB37-D4C1-842359CA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712" y="1534886"/>
            <a:ext cx="11104248" cy="407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119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BDD50C-7469-AA6A-B097-2F5A3D572C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3" y="1959430"/>
            <a:ext cx="10522813" cy="275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4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B11AE4-D66C-3223-A4AA-5D8C552CC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30" y="1457050"/>
            <a:ext cx="6880164" cy="394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8920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AF6C1-5240-BC03-E61C-49EF3AA5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90" y="2037946"/>
            <a:ext cx="10531398" cy="278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12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91BFBF-D94B-DC52-539C-81C499C6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49" y="1382486"/>
            <a:ext cx="9890518" cy="435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0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39</Words>
  <Application>Microsoft Office PowerPoint</Application>
  <PresentationFormat>Widescreen</PresentationFormat>
  <Paragraphs>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INTEGRATING SNOWPIPE WITH AZURE DELTA LAKE </vt:lpstr>
      <vt:lpstr>PowerPoint Presentation</vt:lpstr>
      <vt:lpstr>PowerPoint Presentation</vt:lpstr>
      <vt:lpstr>Go to tenant properties and copy tenant ID</vt:lpstr>
      <vt:lpstr>PowerPoint Presentation</vt:lpstr>
      <vt:lpstr>PowerPoint Presentation</vt:lpstr>
      <vt:lpstr>Click on azure consent URL and accept </vt:lpstr>
      <vt:lpstr>Copy azure tenant app name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We will create a notification integration with queue for continuous ingestion using snowpipe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Odela, Sai Sathwik</dc:creator>
  <cp:lastModifiedBy>Odela, Sai Sathwik</cp:lastModifiedBy>
  <cp:revision>1</cp:revision>
  <dcterms:created xsi:type="dcterms:W3CDTF">2025-12-09T08:36:36Z</dcterms:created>
  <dcterms:modified xsi:type="dcterms:W3CDTF">2025-12-09T11:28:55Z</dcterms:modified>
</cp:coreProperties>
</file>