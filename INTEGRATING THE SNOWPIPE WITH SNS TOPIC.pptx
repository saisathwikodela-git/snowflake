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4190F3-947D-48BF-BF58-0CD475436C2B}" v="5" dt="2025-12-08T10:07:53.3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>
        <p:scale>
          <a:sx n="66" d="100"/>
          <a:sy n="66" d="100"/>
        </p:scale>
        <p:origin x="-180" y="-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dela, Sai Sathwik" userId="205ccc2e-f822-44a3-bfd6-758a683a8b09" providerId="ADAL" clId="{9E6834D8-D82A-4A62-80C9-2B1F67FEFF8D}"/>
    <pc:docChg chg="undo custSel addSld delSld modSld">
      <pc:chgData name="Odela, Sai Sathwik" userId="205ccc2e-f822-44a3-bfd6-758a683a8b09" providerId="ADAL" clId="{9E6834D8-D82A-4A62-80C9-2B1F67FEFF8D}" dt="2025-12-09T06:33:23.970" v="174" actId="26606"/>
      <pc:docMkLst>
        <pc:docMk/>
      </pc:docMkLst>
      <pc:sldChg chg="addSp delSp modSp mod setBg addAnim">
        <pc:chgData name="Odela, Sai Sathwik" userId="205ccc2e-f822-44a3-bfd6-758a683a8b09" providerId="ADAL" clId="{9E6834D8-D82A-4A62-80C9-2B1F67FEFF8D}" dt="2025-12-09T06:30:09.641" v="131"/>
        <pc:sldMkLst>
          <pc:docMk/>
          <pc:sldMk cId="3331062641" sldId="256"/>
        </pc:sldMkLst>
        <pc:spChg chg="mod">
          <ac:chgData name="Odela, Sai Sathwik" userId="205ccc2e-f822-44a3-bfd6-758a683a8b09" providerId="ADAL" clId="{9E6834D8-D82A-4A62-80C9-2B1F67FEFF8D}" dt="2025-12-09T06:30:09.641" v="130" actId="26606"/>
          <ac:spMkLst>
            <pc:docMk/>
            <pc:sldMk cId="3331062641" sldId="256"/>
            <ac:spMk id="2" creationId="{76572D59-3EC7-4E6B-8BF5-63B1D4BDE018}"/>
          </ac:spMkLst>
        </pc:spChg>
        <pc:spChg chg="del mod">
          <ac:chgData name="Odela, Sai Sathwik" userId="205ccc2e-f822-44a3-bfd6-758a683a8b09" providerId="ADAL" clId="{9E6834D8-D82A-4A62-80C9-2B1F67FEFF8D}" dt="2025-12-08T09:53:37.314" v="97" actId="21"/>
          <ac:spMkLst>
            <pc:docMk/>
            <pc:sldMk cId="3331062641" sldId="256"/>
            <ac:spMk id="3" creationId="{2C0BCC54-FC34-08E7-B4CC-5564505E118D}"/>
          </ac:spMkLst>
        </pc:spChg>
        <pc:spChg chg="add">
          <ac:chgData name="Odela, Sai Sathwik" userId="205ccc2e-f822-44a3-bfd6-758a683a8b09" providerId="ADAL" clId="{9E6834D8-D82A-4A62-80C9-2B1F67FEFF8D}" dt="2025-12-09T06:30:09.641" v="130" actId="26606"/>
          <ac:spMkLst>
            <pc:docMk/>
            <pc:sldMk cId="3331062641" sldId="256"/>
            <ac:spMk id="7" creationId="{934F1179-B481-4F9E-BCA3-AFB972070F83}"/>
          </ac:spMkLst>
        </pc:spChg>
        <pc:spChg chg="add">
          <ac:chgData name="Odela, Sai Sathwik" userId="205ccc2e-f822-44a3-bfd6-758a683a8b09" providerId="ADAL" clId="{9E6834D8-D82A-4A62-80C9-2B1F67FEFF8D}" dt="2025-12-09T06:30:09.641" v="130" actId="26606"/>
          <ac:spMkLst>
            <pc:docMk/>
            <pc:sldMk cId="3331062641" sldId="256"/>
            <ac:spMk id="9" creationId="{827DC2C4-B485-428A-BF4A-472D2967F47F}"/>
          </ac:spMkLst>
        </pc:spChg>
        <pc:spChg chg="add">
          <ac:chgData name="Odela, Sai Sathwik" userId="205ccc2e-f822-44a3-bfd6-758a683a8b09" providerId="ADAL" clId="{9E6834D8-D82A-4A62-80C9-2B1F67FEFF8D}" dt="2025-12-09T06:30:09.641" v="130" actId="26606"/>
          <ac:spMkLst>
            <pc:docMk/>
            <pc:sldMk cId="3331062641" sldId="256"/>
            <ac:spMk id="11" creationId="{EE04B5EB-F158-4507-90DD-BD23620C7CC9}"/>
          </ac:spMkLst>
        </pc:spChg>
      </pc:sldChg>
      <pc:sldChg chg="addSp delSp modSp new mod setBg">
        <pc:chgData name="Odela, Sai Sathwik" userId="205ccc2e-f822-44a3-bfd6-758a683a8b09" providerId="ADAL" clId="{9E6834D8-D82A-4A62-80C9-2B1F67FEFF8D}" dt="2025-12-09T06:32:57.011" v="172" actId="26606"/>
        <pc:sldMkLst>
          <pc:docMk/>
          <pc:sldMk cId="2637330207" sldId="257"/>
        </pc:sldMkLst>
        <pc:spChg chg="add del">
          <ac:chgData name="Odela, Sai Sathwik" userId="205ccc2e-f822-44a3-bfd6-758a683a8b09" providerId="ADAL" clId="{9E6834D8-D82A-4A62-80C9-2B1F67FEFF8D}" dt="2025-12-09T06:32:57.011" v="172" actId="26606"/>
          <ac:spMkLst>
            <pc:docMk/>
            <pc:sldMk cId="2637330207" sldId="257"/>
            <ac:spMk id="8" creationId="{22F15A2D-2324-487D-A02A-BF46C5C580EB}"/>
          </ac:spMkLst>
        </pc:spChg>
        <pc:spChg chg="add del">
          <ac:chgData name="Odela, Sai Sathwik" userId="205ccc2e-f822-44a3-bfd6-758a683a8b09" providerId="ADAL" clId="{9E6834D8-D82A-4A62-80C9-2B1F67FEFF8D}" dt="2025-12-09T06:32:57.011" v="172" actId="26606"/>
          <ac:spMkLst>
            <pc:docMk/>
            <pc:sldMk cId="2637330207" sldId="257"/>
            <ac:spMk id="10" creationId="{17A7F34E-D418-47E2-9F86-2C45BBC31210}"/>
          </ac:spMkLst>
        </pc:spChg>
        <pc:spChg chg="add del">
          <ac:chgData name="Odela, Sai Sathwik" userId="205ccc2e-f822-44a3-bfd6-758a683a8b09" providerId="ADAL" clId="{9E6834D8-D82A-4A62-80C9-2B1F67FEFF8D}" dt="2025-12-09T06:32:57.011" v="172" actId="26606"/>
          <ac:spMkLst>
            <pc:docMk/>
            <pc:sldMk cId="2637330207" sldId="257"/>
            <ac:spMk id="12" creationId="{2AEAFA59-923A-4F54-8B49-44C970BCC323}"/>
          </ac:spMkLst>
        </pc:spChg>
        <pc:picChg chg="add mod">
          <ac:chgData name="Odela, Sai Sathwik" userId="205ccc2e-f822-44a3-bfd6-758a683a8b09" providerId="ADAL" clId="{9E6834D8-D82A-4A62-80C9-2B1F67FEFF8D}" dt="2025-12-09T06:32:57.011" v="172" actId="26606"/>
          <ac:picMkLst>
            <pc:docMk/>
            <pc:sldMk cId="2637330207" sldId="257"/>
            <ac:picMk id="3" creationId="{C3615E54-A8C1-798A-7E4C-4BC94E27F824}"/>
          </ac:picMkLst>
        </pc:picChg>
      </pc:sldChg>
      <pc:sldChg chg="addSp modSp new mod setBg">
        <pc:chgData name="Odela, Sai Sathwik" userId="205ccc2e-f822-44a3-bfd6-758a683a8b09" providerId="ADAL" clId="{9E6834D8-D82A-4A62-80C9-2B1F67FEFF8D}" dt="2025-12-09T06:30:22.232" v="133" actId="26606"/>
        <pc:sldMkLst>
          <pc:docMk/>
          <pc:sldMk cId="2023095177" sldId="258"/>
        </pc:sldMkLst>
        <pc:spChg chg="add">
          <ac:chgData name="Odela, Sai Sathwik" userId="205ccc2e-f822-44a3-bfd6-758a683a8b09" providerId="ADAL" clId="{9E6834D8-D82A-4A62-80C9-2B1F67FEFF8D}" dt="2025-12-09T06:30:22.232" v="133" actId="26606"/>
          <ac:spMkLst>
            <pc:docMk/>
            <pc:sldMk cId="2023095177" sldId="258"/>
            <ac:spMk id="8" creationId="{22F15A2D-2324-487D-A02A-BF46C5C580EB}"/>
          </ac:spMkLst>
        </pc:spChg>
        <pc:spChg chg="add">
          <ac:chgData name="Odela, Sai Sathwik" userId="205ccc2e-f822-44a3-bfd6-758a683a8b09" providerId="ADAL" clId="{9E6834D8-D82A-4A62-80C9-2B1F67FEFF8D}" dt="2025-12-09T06:30:22.232" v="133" actId="26606"/>
          <ac:spMkLst>
            <pc:docMk/>
            <pc:sldMk cId="2023095177" sldId="258"/>
            <ac:spMk id="10" creationId="{17A7F34E-D418-47E2-9F86-2C45BBC31210}"/>
          </ac:spMkLst>
        </pc:spChg>
        <pc:spChg chg="add">
          <ac:chgData name="Odela, Sai Sathwik" userId="205ccc2e-f822-44a3-bfd6-758a683a8b09" providerId="ADAL" clId="{9E6834D8-D82A-4A62-80C9-2B1F67FEFF8D}" dt="2025-12-09T06:30:22.232" v="133" actId="26606"/>
          <ac:spMkLst>
            <pc:docMk/>
            <pc:sldMk cId="2023095177" sldId="258"/>
            <ac:spMk id="12" creationId="{2AEAFA59-923A-4F54-8B49-44C970BCC323}"/>
          </ac:spMkLst>
        </pc:spChg>
        <pc:picChg chg="add mod">
          <ac:chgData name="Odela, Sai Sathwik" userId="205ccc2e-f822-44a3-bfd6-758a683a8b09" providerId="ADAL" clId="{9E6834D8-D82A-4A62-80C9-2B1F67FEFF8D}" dt="2025-12-09T06:30:22.232" v="133" actId="26606"/>
          <ac:picMkLst>
            <pc:docMk/>
            <pc:sldMk cId="2023095177" sldId="258"/>
            <ac:picMk id="3" creationId="{B84C4F51-CF02-7A3E-3AE0-4400EB246215}"/>
          </ac:picMkLst>
        </pc:picChg>
      </pc:sldChg>
      <pc:sldChg chg="addSp modSp new mod setBg">
        <pc:chgData name="Odela, Sai Sathwik" userId="205ccc2e-f822-44a3-bfd6-758a683a8b09" providerId="ADAL" clId="{9E6834D8-D82A-4A62-80C9-2B1F67FEFF8D}" dt="2025-12-09T06:30:29.531" v="134" actId="26606"/>
        <pc:sldMkLst>
          <pc:docMk/>
          <pc:sldMk cId="3467255971" sldId="259"/>
        </pc:sldMkLst>
        <pc:spChg chg="add">
          <ac:chgData name="Odela, Sai Sathwik" userId="205ccc2e-f822-44a3-bfd6-758a683a8b09" providerId="ADAL" clId="{9E6834D8-D82A-4A62-80C9-2B1F67FEFF8D}" dt="2025-12-09T06:30:29.531" v="134" actId="26606"/>
          <ac:spMkLst>
            <pc:docMk/>
            <pc:sldMk cId="3467255971" sldId="259"/>
            <ac:spMk id="8" creationId="{22F15A2D-2324-487D-A02A-BF46C5C580EB}"/>
          </ac:spMkLst>
        </pc:spChg>
        <pc:spChg chg="add">
          <ac:chgData name="Odela, Sai Sathwik" userId="205ccc2e-f822-44a3-bfd6-758a683a8b09" providerId="ADAL" clId="{9E6834D8-D82A-4A62-80C9-2B1F67FEFF8D}" dt="2025-12-09T06:30:29.531" v="134" actId="26606"/>
          <ac:spMkLst>
            <pc:docMk/>
            <pc:sldMk cId="3467255971" sldId="259"/>
            <ac:spMk id="10" creationId="{17A7F34E-D418-47E2-9F86-2C45BBC31210}"/>
          </ac:spMkLst>
        </pc:spChg>
        <pc:spChg chg="add">
          <ac:chgData name="Odela, Sai Sathwik" userId="205ccc2e-f822-44a3-bfd6-758a683a8b09" providerId="ADAL" clId="{9E6834D8-D82A-4A62-80C9-2B1F67FEFF8D}" dt="2025-12-09T06:30:29.531" v="134" actId="26606"/>
          <ac:spMkLst>
            <pc:docMk/>
            <pc:sldMk cId="3467255971" sldId="259"/>
            <ac:spMk id="12" creationId="{2AEAFA59-923A-4F54-8B49-44C970BCC323}"/>
          </ac:spMkLst>
        </pc:spChg>
        <pc:picChg chg="add mod">
          <ac:chgData name="Odela, Sai Sathwik" userId="205ccc2e-f822-44a3-bfd6-758a683a8b09" providerId="ADAL" clId="{9E6834D8-D82A-4A62-80C9-2B1F67FEFF8D}" dt="2025-12-09T06:30:29.531" v="134" actId="26606"/>
          <ac:picMkLst>
            <pc:docMk/>
            <pc:sldMk cId="3467255971" sldId="259"/>
            <ac:picMk id="3" creationId="{4F73D058-4E56-7E3B-6DA5-EC88C09A4656}"/>
          </ac:picMkLst>
        </pc:picChg>
      </pc:sldChg>
      <pc:sldChg chg="addSp modSp new del mod">
        <pc:chgData name="Odela, Sai Sathwik" userId="205ccc2e-f822-44a3-bfd6-758a683a8b09" providerId="ADAL" clId="{9E6834D8-D82A-4A62-80C9-2B1F67FEFF8D}" dt="2025-12-08T09:09:51.710" v="16" actId="2696"/>
        <pc:sldMkLst>
          <pc:docMk/>
          <pc:sldMk cId="4156825331" sldId="260"/>
        </pc:sldMkLst>
        <pc:picChg chg="add mod">
          <ac:chgData name="Odela, Sai Sathwik" userId="205ccc2e-f822-44a3-bfd6-758a683a8b09" providerId="ADAL" clId="{9E6834D8-D82A-4A62-80C9-2B1F67FEFF8D}" dt="2025-12-08T08:55:40.807" v="14" actId="1076"/>
          <ac:picMkLst>
            <pc:docMk/>
            <pc:sldMk cId="4156825331" sldId="260"/>
            <ac:picMk id="3" creationId="{9B09EEBD-566F-25EB-E4DA-D751BFD75BA9}"/>
          </ac:picMkLst>
        </pc:picChg>
      </pc:sldChg>
      <pc:sldChg chg="addSp delSp modSp new mod setBg">
        <pc:chgData name="Odela, Sai Sathwik" userId="205ccc2e-f822-44a3-bfd6-758a683a8b09" providerId="ADAL" clId="{9E6834D8-D82A-4A62-80C9-2B1F67FEFF8D}" dt="2025-12-09T06:32:47.365" v="171" actId="26606"/>
        <pc:sldMkLst>
          <pc:docMk/>
          <pc:sldMk cId="1780370845" sldId="261"/>
        </pc:sldMkLst>
        <pc:spChg chg="add del">
          <ac:chgData name="Odela, Sai Sathwik" userId="205ccc2e-f822-44a3-bfd6-758a683a8b09" providerId="ADAL" clId="{9E6834D8-D82A-4A62-80C9-2B1F67FEFF8D}" dt="2025-12-09T06:30:35.126" v="136" actId="26606"/>
          <ac:spMkLst>
            <pc:docMk/>
            <pc:sldMk cId="1780370845" sldId="261"/>
            <ac:spMk id="8" creationId="{22F15A2D-2324-487D-A02A-BF46C5C580EB}"/>
          </ac:spMkLst>
        </pc:spChg>
        <pc:spChg chg="add del">
          <ac:chgData name="Odela, Sai Sathwik" userId="205ccc2e-f822-44a3-bfd6-758a683a8b09" providerId="ADAL" clId="{9E6834D8-D82A-4A62-80C9-2B1F67FEFF8D}" dt="2025-12-09T06:30:35.126" v="136" actId="26606"/>
          <ac:spMkLst>
            <pc:docMk/>
            <pc:sldMk cId="1780370845" sldId="261"/>
            <ac:spMk id="10" creationId="{2AEAFA59-923A-4F54-8B49-44C970BCC323}"/>
          </ac:spMkLst>
        </pc:spChg>
        <pc:spChg chg="add del">
          <ac:chgData name="Odela, Sai Sathwik" userId="205ccc2e-f822-44a3-bfd6-758a683a8b09" providerId="ADAL" clId="{9E6834D8-D82A-4A62-80C9-2B1F67FEFF8D}" dt="2025-12-09T06:30:35.126" v="136" actId="26606"/>
          <ac:spMkLst>
            <pc:docMk/>
            <pc:sldMk cId="1780370845" sldId="261"/>
            <ac:spMk id="12" creationId="{C37E9D4B-7BFA-4D10-B666-547BAC499469}"/>
          </ac:spMkLst>
        </pc:spChg>
        <pc:spChg chg="add del">
          <ac:chgData name="Odela, Sai Sathwik" userId="205ccc2e-f822-44a3-bfd6-758a683a8b09" providerId="ADAL" clId="{9E6834D8-D82A-4A62-80C9-2B1F67FEFF8D}" dt="2025-12-09T06:30:37.100" v="138" actId="26606"/>
          <ac:spMkLst>
            <pc:docMk/>
            <pc:sldMk cId="1780370845" sldId="261"/>
            <ac:spMk id="14" creationId="{22F15A2D-2324-487D-A02A-BF46C5C580EB}"/>
          </ac:spMkLst>
        </pc:spChg>
        <pc:spChg chg="add del">
          <ac:chgData name="Odela, Sai Sathwik" userId="205ccc2e-f822-44a3-bfd6-758a683a8b09" providerId="ADAL" clId="{9E6834D8-D82A-4A62-80C9-2B1F67FEFF8D}" dt="2025-12-09T06:30:37.100" v="138" actId="26606"/>
          <ac:spMkLst>
            <pc:docMk/>
            <pc:sldMk cId="1780370845" sldId="261"/>
            <ac:spMk id="15" creationId="{17A7F34E-D418-47E2-9F86-2C45BBC31210}"/>
          </ac:spMkLst>
        </pc:spChg>
        <pc:spChg chg="add del">
          <ac:chgData name="Odela, Sai Sathwik" userId="205ccc2e-f822-44a3-bfd6-758a683a8b09" providerId="ADAL" clId="{9E6834D8-D82A-4A62-80C9-2B1F67FEFF8D}" dt="2025-12-09T06:30:37.100" v="138" actId="26606"/>
          <ac:spMkLst>
            <pc:docMk/>
            <pc:sldMk cId="1780370845" sldId="261"/>
            <ac:spMk id="16" creationId="{2AEAFA59-923A-4F54-8B49-44C970BCC323}"/>
          </ac:spMkLst>
        </pc:spChg>
        <pc:spChg chg="add del">
          <ac:chgData name="Odela, Sai Sathwik" userId="205ccc2e-f822-44a3-bfd6-758a683a8b09" providerId="ADAL" clId="{9E6834D8-D82A-4A62-80C9-2B1F67FEFF8D}" dt="2025-12-09T06:32:47.365" v="171" actId="26606"/>
          <ac:spMkLst>
            <pc:docMk/>
            <pc:sldMk cId="1780370845" sldId="261"/>
            <ac:spMk id="18" creationId="{22F15A2D-2324-487D-A02A-BF46C5C580EB}"/>
          </ac:spMkLst>
        </pc:spChg>
        <pc:spChg chg="add del">
          <ac:chgData name="Odela, Sai Sathwik" userId="205ccc2e-f822-44a3-bfd6-758a683a8b09" providerId="ADAL" clId="{9E6834D8-D82A-4A62-80C9-2B1F67FEFF8D}" dt="2025-12-09T06:32:47.365" v="171" actId="26606"/>
          <ac:spMkLst>
            <pc:docMk/>
            <pc:sldMk cId="1780370845" sldId="261"/>
            <ac:spMk id="19" creationId="{2AEAFA59-923A-4F54-8B49-44C970BCC323}"/>
          </ac:spMkLst>
        </pc:spChg>
        <pc:spChg chg="add del">
          <ac:chgData name="Odela, Sai Sathwik" userId="205ccc2e-f822-44a3-bfd6-758a683a8b09" providerId="ADAL" clId="{9E6834D8-D82A-4A62-80C9-2B1F67FEFF8D}" dt="2025-12-09T06:32:47.365" v="171" actId="26606"/>
          <ac:spMkLst>
            <pc:docMk/>
            <pc:sldMk cId="1780370845" sldId="261"/>
            <ac:spMk id="20" creationId="{C37E9D4B-7BFA-4D10-B666-547BAC499469}"/>
          </ac:spMkLst>
        </pc:spChg>
        <pc:picChg chg="add mod">
          <ac:chgData name="Odela, Sai Sathwik" userId="205ccc2e-f822-44a3-bfd6-758a683a8b09" providerId="ADAL" clId="{9E6834D8-D82A-4A62-80C9-2B1F67FEFF8D}" dt="2025-12-09T06:32:47.365" v="171" actId="26606"/>
          <ac:picMkLst>
            <pc:docMk/>
            <pc:sldMk cId="1780370845" sldId="261"/>
            <ac:picMk id="3" creationId="{AC0E0938-E3A6-C3CB-26DF-EE362F537588}"/>
          </ac:picMkLst>
        </pc:picChg>
      </pc:sldChg>
      <pc:sldChg chg="addSp delSp modSp new mod setBg">
        <pc:chgData name="Odela, Sai Sathwik" userId="205ccc2e-f822-44a3-bfd6-758a683a8b09" providerId="ADAL" clId="{9E6834D8-D82A-4A62-80C9-2B1F67FEFF8D}" dt="2025-12-09T06:32:42.033" v="170" actId="26606"/>
        <pc:sldMkLst>
          <pc:docMk/>
          <pc:sldMk cId="2523779044" sldId="262"/>
        </pc:sldMkLst>
        <pc:spChg chg="add del">
          <ac:chgData name="Odela, Sai Sathwik" userId="205ccc2e-f822-44a3-bfd6-758a683a8b09" providerId="ADAL" clId="{9E6834D8-D82A-4A62-80C9-2B1F67FEFF8D}" dt="2025-12-09T06:30:42.464" v="141" actId="26606"/>
          <ac:spMkLst>
            <pc:docMk/>
            <pc:sldMk cId="2523779044" sldId="262"/>
            <ac:spMk id="8" creationId="{22F15A2D-2324-487D-A02A-BF46C5C580EB}"/>
          </ac:spMkLst>
        </pc:spChg>
        <pc:spChg chg="add del">
          <ac:chgData name="Odela, Sai Sathwik" userId="205ccc2e-f822-44a3-bfd6-758a683a8b09" providerId="ADAL" clId="{9E6834D8-D82A-4A62-80C9-2B1F67FEFF8D}" dt="2025-12-09T06:30:42.464" v="141" actId="26606"/>
          <ac:spMkLst>
            <pc:docMk/>
            <pc:sldMk cId="2523779044" sldId="262"/>
            <ac:spMk id="10" creationId="{17A7F34E-D418-47E2-9F86-2C45BBC31210}"/>
          </ac:spMkLst>
        </pc:spChg>
        <pc:spChg chg="add del">
          <ac:chgData name="Odela, Sai Sathwik" userId="205ccc2e-f822-44a3-bfd6-758a683a8b09" providerId="ADAL" clId="{9E6834D8-D82A-4A62-80C9-2B1F67FEFF8D}" dt="2025-12-09T06:30:42.464" v="141" actId="26606"/>
          <ac:spMkLst>
            <pc:docMk/>
            <pc:sldMk cId="2523779044" sldId="262"/>
            <ac:spMk id="12" creationId="{2AEAFA59-923A-4F54-8B49-44C970BCC323}"/>
          </ac:spMkLst>
        </pc:spChg>
        <pc:spChg chg="add del">
          <ac:chgData name="Odela, Sai Sathwik" userId="205ccc2e-f822-44a3-bfd6-758a683a8b09" providerId="ADAL" clId="{9E6834D8-D82A-4A62-80C9-2B1F67FEFF8D}" dt="2025-12-09T06:32:42.033" v="170" actId="26606"/>
          <ac:spMkLst>
            <pc:docMk/>
            <pc:sldMk cId="2523779044" sldId="262"/>
            <ac:spMk id="14" creationId="{22F15A2D-2324-487D-A02A-BF46C5C580EB}"/>
          </ac:spMkLst>
        </pc:spChg>
        <pc:spChg chg="add del">
          <ac:chgData name="Odela, Sai Sathwik" userId="205ccc2e-f822-44a3-bfd6-758a683a8b09" providerId="ADAL" clId="{9E6834D8-D82A-4A62-80C9-2B1F67FEFF8D}" dt="2025-12-09T06:32:42.033" v="170" actId="26606"/>
          <ac:spMkLst>
            <pc:docMk/>
            <pc:sldMk cId="2523779044" sldId="262"/>
            <ac:spMk id="15" creationId="{2AEAFA59-923A-4F54-8B49-44C970BCC323}"/>
          </ac:spMkLst>
        </pc:spChg>
        <pc:spChg chg="add del">
          <ac:chgData name="Odela, Sai Sathwik" userId="205ccc2e-f822-44a3-bfd6-758a683a8b09" providerId="ADAL" clId="{9E6834D8-D82A-4A62-80C9-2B1F67FEFF8D}" dt="2025-12-09T06:32:42.033" v="170" actId="26606"/>
          <ac:spMkLst>
            <pc:docMk/>
            <pc:sldMk cId="2523779044" sldId="262"/>
            <ac:spMk id="16" creationId="{C37E9D4B-7BFA-4D10-B666-547BAC499469}"/>
          </ac:spMkLst>
        </pc:spChg>
        <pc:spChg chg="add del">
          <ac:chgData name="Odela, Sai Sathwik" userId="205ccc2e-f822-44a3-bfd6-758a683a8b09" providerId="ADAL" clId="{9E6834D8-D82A-4A62-80C9-2B1F67FEFF8D}" dt="2025-12-09T06:32:42.021" v="169" actId="26606"/>
          <ac:spMkLst>
            <pc:docMk/>
            <pc:sldMk cId="2523779044" sldId="262"/>
            <ac:spMk id="21" creationId="{E2BA2BD9-7B54-4190-8F06-3EF3658A0020}"/>
          </ac:spMkLst>
        </pc:spChg>
        <pc:spChg chg="add del">
          <ac:chgData name="Odela, Sai Sathwik" userId="205ccc2e-f822-44a3-bfd6-758a683a8b09" providerId="ADAL" clId="{9E6834D8-D82A-4A62-80C9-2B1F67FEFF8D}" dt="2025-12-09T06:32:42.021" v="169" actId="26606"/>
          <ac:spMkLst>
            <pc:docMk/>
            <pc:sldMk cId="2523779044" sldId="262"/>
            <ac:spMk id="23" creationId="{F489C2E0-4895-4B72-85EA-7EE9FAFFDC7E}"/>
          </ac:spMkLst>
        </pc:spChg>
        <pc:picChg chg="add mod">
          <ac:chgData name="Odela, Sai Sathwik" userId="205ccc2e-f822-44a3-bfd6-758a683a8b09" providerId="ADAL" clId="{9E6834D8-D82A-4A62-80C9-2B1F67FEFF8D}" dt="2025-12-09T06:32:42.033" v="170" actId="26606"/>
          <ac:picMkLst>
            <pc:docMk/>
            <pc:sldMk cId="2523779044" sldId="262"/>
            <ac:picMk id="3" creationId="{9038FB53-AAE6-0B5D-8AFE-CC5CF9B55899}"/>
          </ac:picMkLst>
        </pc:picChg>
      </pc:sldChg>
      <pc:sldChg chg="addSp delSp modSp new mod setBg">
        <pc:chgData name="Odela, Sai Sathwik" userId="205ccc2e-f822-44a3-bfd6-758a683a8b09" providerId="ADAL" clId="{9E6834D8-D82A-4A62-80C9-2B1F67FEFF8D}" dt="2025-12-09T06:32:29.267" v="166" actId="26606"/>
        <pc:sldMkLst>
          <pc:docMk/>
          <pc:sldMk cId="3535374348" sldId="263"/>
        </pc:sldMkLst>
        <pc:spChg chg="add del">
          <ac:chgData name="Odela, Sai Sathwik" userId="205ccc2e-f822-44a3-bfd6-758a683a8b09" providerId="ADAL" clId="{9E6834D8-D82A-4A62-80C9-2B1F67FEFF8D}" dt="2025-12-09T06:32:29.267" v="166" actId="26606"/>
          <ac:spMkLst>
            <pc:docMk/>
            <pc:sldMk cId="3535374348" sldId="263"/>
            <ac:spMk id="14" creationId="{22F15A2D-2324-487D-A02A-BF46C5C580EB}"/>
          </ac:spMkLst>
        </pc:spChg>
        <pc:spChg chg="add del">
          <ac:chgData name="Odela, Sai Sathwik" userId="205ccc2e-f822-44a3-bfd6-758a683a8b09" providerId="ADAL" clId="{9E6834D8-D82A-4A62-80C9-2B1F67FEFF8D}" dt="2025-12-09T06:32:29.267" v="166" actId="26606"/>
          <ac:spMkLst>
            <pc:docMk/>
            <pc:sldMk cId="3535374348" sldId="263"/>
            <ac:spMk id="16" creationId="{2AEAFA59-923A-4F54-8B49-44C970BCC323}"/>
          </ac:spMkLst>
        </pc:spChg>
        <pc:spChg chg="add del">
          <ac:chgData name="Odela, Sai Sathwik" userId="205ccc2e-f822-44a3-bfd6-758a683a8b09" providerId="ADAL" clId="{9E6834D8-D82A-4A62-80C9-2B1F67FEFF8D}" dt="2025-12-09T06:32:29.267" v="166" actId="26606"/>
          <ac:spMkLst>
            <pc:docMk/>
            <pc:sldMk cId="3535374348" sldId="263"/>
            <ac:spMk id="18" creationId="{C37E9D4B-7BFA-4D10-B666-547BAC499469}"/>
          </ac:spMkLst>
        </pc:spChg>
        <pc:spChg chg="add del">
          <ac:chgData name="Odela, Sai Sathwik" userId="205ccc2e-f822-44a3-bfd6-758a683a8b09" providerId="ADAL" clId="{9E6834D8-D82A-4A62-80C9-2B1F67FEFF8D}" dt="2025-12-09T06:32:29.267" v="165" actId="26606"/>
          <ac:spMkLst>
            <pc:docMk/>
            <pc:sldMk cId="3535374348" sldId="263"/>
            <ac:spMk id="23" creationId="{8950AD4C-6AF3-49F8-94E1-DBCAFB39478B}"/>
          </ac:spMkLst>
        </pc:spChg>
        <pc:spChg chg="add del">
          <ac:chgData name="Odela, Sai Sathwik" userId="205ccc2e-f822-44a3-bfd6-758a683a8b09" providerId="ADAL" clId="{9E6834D8-D82A-4A62-80C9-2B1F67FEFF8D}" dt="2025-12-09T06:32:29.267" v="165" actId="26606"/>
          <ac:spMkLst>
            <pc:docMk/>
            <pc:sldMk cId="3535374348" sldId="263"/>
            <ac:spMk id="25" creationId="{2F0E00C3-4613-415F-BE3A-78FBAD9061C0}"/>
          </ac:spMkLst>
        </pc:spChg>
        <pc:spChg chg="add del">
          <ac:chgData name="Odela, Sai Sathwik" userId="205ccc2e-f822-44a3-bfd6-758a683a8b09" providerId="ADAL" clId="{9E6834D8-D82A-4A62-80C9-2B1F67FEFF8D}" dt="2025-12-09T06:32:29.267" v="165" actId="26606"/>
          <ac:spMkLst>
            <pc:docMk/>
            <pc:sldMk cId="3535374348" sldId="263"/>
            <ac:spMk id="27" creationId="{8DBEAE55-3EA1-41D7-A212-5F7D8986C1F2}"/>
          </ac:spMkLst>
        </pc:spChg>
        <pc:spChg chg="add del">
          <ac:chgData name="Odela, Sai Sathwik" userId="205ccc2e-f822-44a3-bfd6-758a683a8b09" providerId="ADAL" clId="{9E6834D8-D82A-4A62-80C9-2B1F67FEFF8D}" dt="2025-12-09T06:32:29.267" v="165" actId="26606"/>
          <ac:spMkLst>
            <pc:docMk/>
            <pc:sldMk cId="3535374348" sldId="263"/>
            <ac:spMk id="29" creationId="{CFC5F0E7-644F-4101-BE72-12825CF537E7}"/>
          </ac:spMkLst>
        </pc:spChg>
        <pc:spChg chg="add">
          <ac:chgData name="Odela, Sai Sathwik" userId="205ccc2e-f822-44a3-bfd6-758a683a8b09" providerId="ADAL" clId="{9E6834D8-D82A-4A62-80C9-2B1F67FEFF8D}" dt="2025-12-09T06:32:29.267" v="166" actId="26606"/>
          <ac:spMkLst>
            <pc:docMk/>
            <pc:sldMk cId="3535374348" sldId="263"/>
            <ac:spMk id="31" creationId="{E722B2DD-E14D-4972-9D98-5D6E61B1B2D2}"/>
          </ac:spMkLst>
        </pc:spChg>
        <pc:spChg chg="add">
          <ac:chgData name="Odela, Sai Sathwik" userId="205ccc2e-f822-44a3-bfd6-758a683a8b09" providerId="ADAL" clId="{9E6834D8-D82A-4A62-80C9-2B1F67FEFF8D}" dt="2025-12-09T06:32:29.267" v="166" actId="26606"/>
          <ac:spMkLst>
            <pc:docMk/>
            <pc:sldMk cId="3535374348" sldId="263"/>
            <ac:spMk id="32" creationId="{0CFB124C-4B0C-4A81-8633-17257B151642}"/>
          </ac:spMkLst>
        </pc:spChg>
        <pc:picChg chg="add del mod">
          <ac:chgData name="Odela, Sai Sathwik" userId="205ccc2e-f822-44a3-bfd6-758a683a8b09" providerId="ADAL" clId="{9E6834D8-D82A-4A62-80C9-2B1F67FEFF8D}" dt="2025-12-08T09:45:55.915" v="42" actId="21"/>
          <ac:picMkLst>
            <pc:docMk/>
            <pc:sldMk cId="3535374348" sldId="263"/>
            <ac:picMk id="3" creationId="{BEA2D7EF-77D5-73AA-A684-D29871ED990F}"/>
          </ac:picMkLst>
        </pc:picChg>
        <pc:picChg chg="add mod">
          <ac:chgData name="Odela, Sai Sathwik" userId="205ccc2e-f822-44a3-bfd6-758a683a8b09" providerId="ADAL" clId="{9E6834D8-D82A-4A62-80C9-2B1F67FEFF8D}" dt="2025-12-08T09:40:09.880" v="29"/>
          <ac:picMkLst>
            <pc:docMk/>
            <pc:sldMk cId="3535374348" sldId="263"/>
            <ac:picMk id="4" creationId="{BEA2D7EF-77D5-73AA-A684-D29871ED990F}"/>
          </ac:picMkLst>
        </pc:picChg>
        <pc:picChg chg="add del mod">
          <ac:chgData name="Odela, Sai Sathwik" userId="205ccc2e-f822-44a3-bfd6-758a683a8b09" providerId="ADAL" clId="{9E6834D8-D82A-4A62-80C9-2B1F67FEFF8D}" dt="2025-12-08T09:42:01.564" v="37" actId="22"/>
          <ac:picMkLst>
            <pc:docMk/>
            <pc:sldMk cId="3535374348" sldId="263"/>
            <ac:picMk id="6" creationId="{4281D4FF-F82C-627C-6D6B-437ACF1A6A98}"/>
          </ac:picMkLst>
        </pc:picChg>
        <pc:picChg chg="add mod">
          <ac:chgData name="Odela, Sai Sathwik" userId="205ccc2e-f822-44a3-bfd6-758a683a8b09" providerId="ADAL" clId="{9E6834D8-D82A-4A62-80C9-2B1F67FEFF8D}" dt="2025-12-08T09:45:56.961" v="43"/>
          <ac:picMkLst>
            <pc:docMk/>
            <pc:sldMk cId="3535374348" sldId="263"/>
            <ac:picMk id="7" creationId="{BEA2D7EF-77D5-73AA-A684-D29871ED990F}"/>
          </ac:picMkLst>
        </pc:picChg>
        <pc:picChg chg="add mod">
          <ac:chgData name="Odela, Sai Sathwik" userId="205ccc2e-f822-44a3-bfd6-758a683a8b09" providerId="ADAL" clId="{9E6834D8-D82A-4A62-80C9-2B1F67FEFF8D}" dt="2025-12-09T06:32:29.267" v="166" actId="26606"/>
          <ac:picMkLst>
            <pc:docMk/>
            <pc:sldMk cId="3535374348" sldId="263"/>
            <ac:picMk id="9" creationId="{9069A6C6-F327-8A29-8180-64A8AB92B477}"/>
          </ac:picMkLst>
        </pc:picChg>
      </pc:sldChg>
      <pc:sldChg chg="addSp delSp modSp new mod setBg">
        <pc:chgData name="Odela, Sai Sathwik" userId="205ccc2e-f822-44a3-bfd6-758a683a8b09" providerId="ADAL" clId="{9E6834D8-D82A-4A62-80C9-2B1F67FEFF8D}" dt="2025-12-09T06:32:34.175" v="167" actId="26606"/>
        <pc:sldMkLst>
          <pc:docMk/>
          <pc:sldMk cId="1962583419" sldId="264"/>
        </pc:sldMkLst>
        <pc:spChg chg="add del">
          <ac:chgData name="Odela, Sai Sathwik" userId="205ccc2e-f822-44a3-bfd6-758a683a8b09" providerId="ADAL" clId="{9E6834D8-D82A-4A62-80C9-2B1F67FEFF8D}" dt="2025-12-09T06:32:34.175" v="167" actId="26606"/>
          <ac:spMkLst>
            <pc:docMk/>
            <pc:sldMk cId="1962583419" sldId="264"/>
            <ac:spMk id="8" creationId="{22F15A2D-2324-487D-A02A-BF46C5C580EB}"/>
          </ac:spMkLst>
        </pc:spChg>
        <pc:spChg chg="add del">
          <ac:chgData name="Odela, Sai Sathwik" userId="205ccc2e-f822-44a3-bfd6-758a683a8b09" providerId="ADAL" clId="{9E6834D8-D82A-4A62-80C9-2B1F67FEFF8D}" dt="2025-12-09T06:32:34.175" v="167" actId="26606"/>
          <ac:spMkLst>
            <pc:docMk/>
            <pc:sldMk cId="1962583419" sldId="264"/>
            <ac:spMk id="10" creationId="{2AEAFA59-923A-4F54-8B49-44C970BCC323}"/>
          </ac:spMkLst>
        </pc:spChg>
        <pc:spChg chg="add del">
          <ac:chgData name="Odela, Sai Sathwik" userId="205ccc2e-f822-44a3-bfd6-758a683a8b09" providerId="ADAL" clId="{9E6834D8-D82A-4A62-80C9-2B1F67FEFF8D}" dt="2025-12-09T06:32:34.175" v="167" actId="26606"/>
          <ac:spMkLst>
            <pc:docMk/>
            <pc:sldMk cId="1962583419" sldId="264"/>
            <ac:spMk id="12" creationId="{C37E9D4B-7BFA-4D10-B666-547BAC499469}"/>
          </ac:spMkLst>
        </pc:spChg>
        <pc:spChg chg="add">
          <ac:chgData name="Odela, Sai Sathwik" userId="205ccc2e-f822-44a3-bfd6-758a683a8b09" providerId="ADAL" clId="{9E6834D8-D82A-4A62-80C9-2B1F67FEFF8D}" dt="2025-12-09T06:32:34.175" v="167" actId="26606"/>
          <ac:spMkLst>
            <pc:docMk/>
            <pc:sldMk cId="1962583419" sldId="264"/>
            <ac:spMk id="17" creationId="{E722B2DD-E14D-4972-9D98-5D6E61B1B2D2}"/>
          </ac:spMkLst>
        </pc:spChg>
        <pc:picChg chg="add mod">
          <ac:chgData name="Odela, Sai Sathwik" userId="205ccc2e-f822-44a3-bfd6-758a683a8b09" providerId="ADAL" clId="{9E6834D8-D82A-4A62-80C9-2B1F67FEFF8D}" dt="2025-12-09T06:32:34.175" v="167" actId="26606"/>
          <ac:picMkLst>
            <pc:docMk/>
            <pc:sldMk cId="1962583419" sldId="264"/>
            <ac:picMk id="3" creationId="{77F1EA99-E5F2-AE9D-3F76-FB856D8EB423}"/>
          </ac:picMkLst>
        </pc:picChg>
      </pc:sldChg>
      <pc:sldChg chg="new del">
        <pc:chgData name="Odela, Sai Sathwik" userId="205ccc2e-f822-44a3-bfd6-758a683a8b09" providerId="ADAL" clId="{9E6834D8-D82A-4A62-80C9-2B1F67FEFF8D}" dt="2025-12-08T09:41:59.430" v="34" actId="680"/>
        <pc:sldMkLst>
          <pc:docMk/>
          <pc:sldMk cId="2644630219" sldId="264"/>
        </pc:sldMkLst>
      </pc:sldChg>
      <pc:sldChg chg="addSp modSp new mod setBg">
        <pc:chgData name="Odela, Sai Sathwik" userId="205ccc2e-f822-44a3-bfd6-758a683a8b09" providerId="ADAL" clId="{9E6834D8-D82A-4A62-80C9-2B1F67FEFF8D}" dt="2025-12-09T06:30:56.674" v="146" actId="26606"/>
        <pc:sldMkLst>
          <pc:docMk/>
          <pc:sldMk cId="769323544" sldId="265"/>
        </pc:sldMkLst>
        <pc:spChg chg="add">
          <ac:chgData name="Odela, Sai Sathwik" userId="205ccc2e-f822-44a3-bfd6-758a683a8b09" providerId="ADAL" clId="{9E6834D8-D82A-4A62-80C9-2B1F67FEFF8D}" dt="2025-12-09T06:30:56.674" v="146" actId="26606"/>
          <ac:spMkLst>
            <pc:docMk/>
            <pc:sldMk cId="769323544" sldId="265"/>
            <ac:spMk id="8" creationId="{22F15A2D-2324-487D-A02A-BF46C5C580EB}"/>
          </ac:spMkLst>
        </pc:spChg>
        <pc:spChg chg="add">
          <ac:chgData name="Odela, Sai Sathwik" userId="205ccc2e-f822-44a3-bfd6-758a683a8b09" providerId="ADAL" clId="{9E6834D8-D82A-4A62-80C9-2B1F67FEFF8D}" dt="2025-12-09T06:30:56.674" v="146" actId="26606"/>
          <ac:spMkLst>
            <pc:docMk/>
            <pc:sldMk cId="769323544" sldId="265"/>
            <ac:spMk id="10" creationId="{2AEAFA59-923A-4F54-8B49-44C970BCC323}"/>
          </ac:spMkLst>
        </pc:spChg>
        <pc:spChg chg="add">
          <ac:chgData name="Odela, Sai Sathwik" userId="205ccc2e-f822-44a3-bfd6-758a683a8b09" providerId="ADAL" clId="{9E6834D8-D82A-4A62-80C9-2B1F67FEFF8D}" dt="2025-12-09T06:30:56.674" v="146" actId="26606"/>
          <ac:spMkLst>
            <pc:docMk/>
            <pc:sldMk cId="769323544" sldId="265"/>
            <ac:spMk id="12" creationId="{C37E9D4B-7BFA-4D10-B666-547BAC499469}"/>
          </ac:spMkLst>
        </pc:spChg>
        <pc:picChg chg="add mod">
          <ac:chgData name="Odela, Sai Sathwik" userId="205ccc2e-f822-44a3-bfd6-758a683a8b09" providerId="ADAL" clId="{9E6834D8-D82A-4A62-80C9-2B1F67FEFF8D}" dt="2025-12-09T06:30:56.674" v="146" actId="26606"/>
          <ac:picMkLst>
            <pc:docMk/>
            <pc:sldMk cId="769323544" sldId="265"/>
            <ac:picMk id="3" creationId="{930D1F3A-B682-12BB-ED80-D393E8FA1E26}"/>
          </ac:picMkLst>
        </pc:picChg>
      </pc:sldChg>
      <pc:sldChg chg="addSp modSp new mod setBg">
        <pc:chgData name="Odela, Sai Sathwik" userId="205ccc2e-f822-44a3-bfd6-758a683a8b09" providerId="ADAL" clId="{9E6834D8-D82A-4A62-80C9-2B1F67FEFF8D}" dt="2025-12-09T06:30:59.729" v="147" actId="26606"/>
        <pc:sldMkLst>
          <pc:docMk/>
          <pc:sldMk cId="1478633662" sldId="266"/>
        </pc:sldMkLst>
        <pc:spChg chg="add">
          <ac:chgData name="Odela, Sai Sathwik" userId="205ccc2e-f822-44a3-bfd6-758a683a8b09" providerId="ADAL" clId="{9E6834D8-D82A-4A62-80C9-2B1F67FEFF8D}" dt="2025-12-09T06:30:59.729" v="147" actId="26606"/>
          <ac:spMkLst>
            <pc:docMk/>
            <pc:sldMk cId="1478633662" sldId="266"/>
            <ac:spMk id="8" creationId="{22F15A2D-2324-487D-A02A-BF46C5C580EB}"/>
          </ac:spMkLst>
        </pc:spChg>
        <pc:spChg chg="add">
          <ac:chgData name="Odela, Sai Sathwik" userId="205ccc2e-f822-44a3-bfd6-758a683a8b09" providerId="ADAL" clId="{9E6834D8-D82A-4A62-80C9-2B1F67FEFF8D}" dt="2025-12-09T06:30:59.729" v="147" actId="26606"/>
          <ac:spMkLst>
            <pc:docMk/>
            <pc:sldMk cId="1478633662" sldId="266"/>
            <ac:spMk id="10" creationId="{2AEAFA59-923A-4F54-8B49-44C970BCC323}"/>
          </ac:spMkLst>
        </pc:spChg>
        <pc:spChg chg="add">
          <ac:chgData name="Odela, Sai Sathwik" userId="205ccc2e-f822-44a3-bfd6-758a683a8b09" providerId="ADAL" clId="{9E6834D8-D82A-4A62-80C9-2B1F67FEFF8D}" dt="2025-12-09T06:30:59.729" v="147" actId="26606"/>
          <ac:spMkLst>
            <pc:docMk/>
            <pc:sldMk cId="1478633662" sldId="266"/>
            <ac:spMk id="12" creationId="{C37E9D4B-7BFA-4D10-B666-547BAC499469}"/>
          </ac:spMkLst>
        </pc:spChg>
        <pc:picChg chg="add mod">
          <ac:chgData name="Odela, Sai Sathwik" userId="205ccc2e-f822-44a3-bfd6-758a683a8b09" providerId="ADAL" clId="{9E6834D8-D82A-4A62-80C9-2B1F67FEFF8D}" dt="2025-12-09T06:30:59.729" v="147" actId="26606"/>
          <ac:picMkLst>
            <pc:docMk/>
            <pc:sldMk cId="1478633662" sldId="266"/>
            <ac:picMk id="3" creationId="{E69487B4-B496-81C8-3B6F-64AD92435FE3}"/>
          </ac:picMkLst>
        </pc:picChg>
      </pc:sldChg>
      <pc:sldChg chg="addSp modSp new mod setBg">
        <pc:chgData name="Odela, Sai Sathwik" userId="205ccc2e-f822-44a3-bfd6-758a683a8b09" providerId="ADAL" clId="{9E6834D8-D82A-4A62-80C9-2B1F67FEFF8D}" dt="2025-12-09T06:31:02.178" v="148" actId="26606"/>
        <pc:sldMkLst>
          <pc:docMk/>
          <pc:sldMk cId="2801636309" sldId="267"/>
        </pc:sldMkLst>
        <pc:spChg chg="add">
          <ac:chgData name="Odela, Sai Sathwik" userId="205ccc2e-f822-44a3-bfd6-758a683a8b09" providerId="ADAL" clId="{9E6834D8-D82A-4A62-80C9-2B1F67FEFF8D}" dt="2025-12-09T06:31:02.178" v="148" actId="26606"/>
          <ac:spMkLst>
            <pc:docMk/>
            <pc:sldMk cId="2801636309" sldId="267"/>
            <ac:spMk id="8" creationId="{22F15A2D-2324-487D-A02A-BF46C5C580EB}"/>
          </ac:spMkLst>
        </pc:spChg>
        <pc:spChg chg="add">
          <ac:chgData name="Odela, Sai Sathwik" userId="205ccc2e-f822-44a3-bfd6-758a683a8b09" providerId="ADAL" clId="{9E6834D8-D82A-4A62-80C9-2B1F67FEFF8D}" dt="2025-12-09T06:31:02.178" v="148" actId="26606"/>
          <ac:spMkLst>
            <pc:docMk/>
            <pc:sldMk cId="2801636309" sldId="267"/>
            <ac:spMk id="10" creationId="{2AEAFA59-923A-4F54-8B49-44C970BCC323}"/>
          </ac:spMkLst>
        </pc:spChg>
        <pc:spChg chg="add">
          <ac:chgData name="Odela, Sai Sathwik" userId="205ccc2e-f822-44a3-bfd6-758a683a8b09" providerId="ADAL" clId="{9E6834D8-D82A-4A62-80C9-2B1F67FEFF8D}" dt="2025-12-09T06:31:02.178" v="148" actId="26606"/>
          <ac:spMkLst>
            <pc:docMk/>
            <pc:sldMk cId="2801636309" sldId="267"/>
            <ac:spMk id="12" creationId="{C37E9D4B-7BFA-4D10-B666-547BAC499469}"/>
          </ac:spMkLst>
        </pc:spChg>
        <pc:picChg chg="add mod">
          <ac:chgData name="Odela, Sai Sathwik" userId="205ccc2e-f822-44a3-bfd6-758a683a8b09" providerId="ADAL" clId="{9E6834D8-D82A-4A62-80C9-2B1F67FEFF8D}" dt="2025-12-09T06:31:02.178" v="148" actId="26606"/>
          <ac:picMkLst>
            <pc:docMk/>
            <pc:sldMk cId="2801636309" sldId="267"/>
            <ac:picMk id="3" creationId="{2E814F8D-9ED7-E272-71D2-4C9307232656}"/>
          </ac:picMkLst>
        </pc:picChg>
      </pc:sldChg>
      <pc:sldChg chg="addSp modSp new mod setBg">
        <pc:chgData name="Odela, Sai Sathwik" userId="205ccc2e-f822-44a3-bfd6-758a683a8b09" providerId="ADAL" clId="{9E6834D8-D82A-4A62-80C9-2B1F67FEFF8D}" dt="2025-12-09T06:31:06.130" v="149" actId="26606"/>
        <pc:sldMkLst>
          <pc:docMk/>
          <pc:sldMk cId="3393377199" sldId="268"/>
        </pc:sldMkLst>
        <pc:spChg chg="add">
          <ac:chgData name="Odela, Sai Sathwik" userId="205ccc2e-f822-44a3-bfd6-758a683a8b09" providerId="ADAL" clId="{9E6834D8-D82A-4A62-80C9-2B1F67FEFF8D}" dt="2025-12-09T06:31:06.130" v="149" actId="26606"/>
          <ac:spMkLst>
            <pc:docMk/>
            <pc:sldMk cId="3393377199" sldId="268"/>
            <ac:spMk id="8" creationId="{22F15A2D-2324-487D-A02A-BF46C5C580EB}"/>
          </ac:spMkLst>
        </pc:spChg>
        <pc:spChg chg="add">
          <ac:chgData name="Odela, Sai Sathwik" userId="205ccc2e-f822-44a3-bfd6-758a683a8b09" providerId="ADAL" clId="{9E6834D8-D82A-4A62-80C9-2B1F67FEFF8D}" dt="2025-12-09T06:31:06.130" v="149" actId="26606"/>
          <ac:spMkLst>
            <pc:docMk/>
            <pc:sldMk cId="3393377199" sldId="268"/>
            <ac:spMk id="10" creationId="{2AEAFA59-923A-4F54-8B49-44C970BCC323}"/>
          </ac:spMkLst>
        </pc:spChg>
        <pc:spChg chg="add">
          <ac:chgData name="Odela, Sai Sathwik" userId="205ccc2e-f822-44a3-bfd6-758a683a8b09" providerId="ADAL" clId="{9E6834D8-D82A-4A62-80C9-2B1F67FEFF8D}" dt="2025-12-09T06:31:06.130" v="149" actId="26606"/>
          <ac:spMkLst>
            <pc:docMk/>
            <pc:sldMk cId="3393377199" sldId="268"/>
            <ac:spMk id="12" creationId="{C37E9D4B-7BFA-4D10-B666-547BAC499469}"/>
          </ac:spMkLst>
        </pc:spChg>
        <pc:picChg chg="add mod">
          <ac:chgData name="Odela, Sai Sathwik" userId="205ccc2e-f822-44a3-bfd6-758a683a8b09" providerId="ADAL" clId="{9E6834D8-D82A-4A62-80C9-2B1F67FEFF8D}" dt="2025-12-09T06:31:06.130" v="149" actId="26606"/>
          <ac:picMkLst>
            <pc:docMk/>
            <pc:sldMk cId="3393377199" sldId="268"/>
            <ac:picMk id="3" creationId="{ABF8D223-6264-5E0F-72BD-39FF94824808}"/>
          </ac:picMkLst>
        </pc:picChg>
      </pc:sldChg>
      <pc:sldChg chg="addSp delSp modSp new mod setBg">
        <pc:chgData name="Odela, Sai Sathwik" userId="205ccc2e-f822-44a3-bfd6-758a683a8b09" providerId="ADAL" clId="{9E6834D8-D82A-4A62-80C9-2B1F67FEFF8D}" dt="2025-12-09T06:31:27.884" v="156" actId="26606"/>
        <pc:sldMkLst>
          <pc:docMk/>
          <pc:sldMk cId="1072401481" sldId="269"/>
        </pc:sldMkLst>
        <pc:spChg chg="add">
          <ac:chgData name="Odela, Sai Sathwik" userId="205ccc2e-f822-44a3-bfd6-758a683a8b09" providerId="ADAL" clId="{9E6834D8-D82A-4A62-80C9-2B1F67FEFF8D}" dt="2025-12-09T06:31:27.884" v="156" actId="26606"/>
          <ac:spMkLst>
            <pc:docMk/>
            <pc:sldMk cId="1072401481" sldId="269"/>
            <ac:spMk id="9" creationId="{22F15A2D-2324-487D-A02A-BF46C5C580EB}"/>
          </ac:spMkLst>
        </pc:spChg>
        <pc:spChg chg="add">
          <ac:chgData name="Odela, Sai Sathwik" userId="205ccc2e-f822-44a3-bfd6-758a683a8b09" providerId="ADAL" clId="{9E6834D8-D82A-4A62-80C9-2B1F67FEFF8D}" dt="2025-12-09T06:31:27.884" v="156" actId="26606"/>
          <ac:spMkLst>
            <pc:docMk/>
            <pc:sldMk cId="1072401481" sldId="269"/>
            <ac:spMk id="11" creationId="{2AEAFA59-923A-4F54-8B49-44C970BCC323}"/>
          </ac:spMkLst>
        </pc:spChg>
        <pc:spChg chg="add">
          <ac:chgData name="Odela, Sai Sathwik" userId="205ccc2e-f822-44a3-bfd6-758a683a8b09" providerId="ADAL" clId="{9E6834D8-D82A-4A62-80C9-2B1F67FEFF8D}" dt="2025-12-09T06:31:27.884" v="156" actId="26606"/>
          <ac:spMkLst>
            <pc:docMk/>
            <pc:sldMk cId="1072401481" sldId="269"/>
            <ac:spMk id="13" creationId="{C37E9D4B-7BFA-4D10-B666-547BAC499469}"/>
          </ac:spMkLst>
        </pc:spChg>
        <pc:picChg chg="add del">
          <ac:chgData name="Odela, Sai Sathwik" userId="205ccc2e-f822-44a3-bfd6-758a683a8b09" providerId="ADAL" clId="{9E6834D8-D82A-4A62-80C9-2B1F67FEFF8D}" dt="2025-12-08T10:07:52.146" v="105" actId="21"/>
          <ac:picMkLst>
            <pc:docMk/>
            <pc:sldMk cId="1072401481" sldId="269"/>
            <ac:picMk id="3" creationId="{D514FCEA-6905-2F88-8A76-4CB1D3293EF7}"/>
          </ac:picMkLst>
        </pc:picChg>
        <pc:picChg chg="add mod">
          <ac:chgData name="Odela, Sai Sathwik" userId="205ccc2e-f822-44a3-bfd6-758a683a8b09" providerId="ADAL" clId="{9E6834D8-D82A-4A62-80C9-2B1F67FEFF8D}" dt="2025-12-09T06:31:27.884" v="156" actId="26606"/>
          <ac:picMkLst>
            <pc:docMk/>
            <pc:sldMk cId="1072401481" sldId="269"/>
            <ac:picMk id="4" creationId="{D514FCEA-6905-2F88-8A76-4CB1D3293EF7}"/>
          </ac:picMkLst>
        </pc:picChg>
      </pc:sldChg>
      <pc:sldChg chg="addSp modSp new mod setBg">
        <pc:chgData name="Odela, Sai Sathwik" userId="205ccc2e-f822-44a3-bfd6-758a683a8b09" providerId="ADAL" clId="{9E6834D8-D82A-4A62-80C9-2B1F67FEFF8D}" dt="2025-12-09T06:31:22.437" v="154" actId="26606"/>
        <pc:sldMkLst>
          <pc:docMk/>
          <pc:sldMk cId="3901702851" sldId="270"/>
        </pc:sldMkLst>
        <pc:spChg chg="add">
          <ac:chgData name="Odela, Sai Sathwik" userId="205ccc2e-f822-44a3-bfd6-758a683a8b09" providerId="ADAL" clId="{9E6834D8-D82A-4A62-80C9-2B1F67FEFF8D}" dt="2025-12-09T06:31:22.437" v="154" actId="26606"/>
          <ac:spMkLst>
            <pc:docMk/>
            <pc:sldMk cId="3901702851" sldId="270"/>
            <ac:spMk id="8" creationId="{22F15A2D-2324-487D-A02A-BF46C5C580EB}"/>
          </ac:spMkLst>
        </pc:spChg>
        <pc:spChg chg="add">
          <ac:chgData name="Odela, Sai Sathwik" userId="205ccc2e-f822-44a3-bfd6-758a683a8b09" providerId="ADAL" clId="{9E6834D8-D82A-4A62-80C9-2B1F67FEFF8D}" dt="2025-12-09T06:31:22.437" v="154" actId="26606"/>
          <ac:spMkLst>
            <pc:docMk/>
            <pc:sldMk cId="3901702851" sldId="270"/>
            <ac:spMk id="10" creationId="{2AEAFA59-923A-4F54-8B49-44C970BCC323}"/>
          </ac:spMkLst>
        </pc:spChg>
        <pc:spChg chg="add">
          <ac:chgData name="Odela, Sai Sathwik" userId="205ccc2e-f822-44a3-bfd6-758a683a8b09" providerId="ADAL" clId="{9E6834D8-D82A-4A62-80C9-2B1F67FEFF8D}" dt="2025-12-09T06:31:22.437" v="154" actId="26606"/>
          <ac:spMkLst>
            <pc:docMk/>
            <pc:sldMk cId="3901702851" sldId="270"/>
            <ac:spMk id="12" creationId="{C37E9D4B-7BFA-4D10-B666-547BAC499469}"/>
          </ac:spMkLst>
        </pc:spChg>
        <pc:picChg chg="add mod">
          <ac:chgData name="Odela, Sai Sathwik" userId="205ccc2e-f822-44a3-bfd6-758a683a8b09" providerId="ADAL" clId="{9E6834D8-D82A-4A62-80C9-2B1F67FEFF8D}" dt="2025-12-09T06:31:22.437" v="154" actId="26606"/>
          <ac:picMkLst>
            <pc:docMk/>
            <pc:sldMk cId="3901702851" sldId="270"/>
            <ac:picMk id="3" creationId="{43B96923-CBC5-784E-F00D-CF0E2AFA2FBC}"/>
          </ac:picMkLst>
        </pc:picChg>
      </pc:sldChg>
      <pc:sldChg chg="addSp delSp modSp new mod setBg">
        <pc:chgData name="Odela, Sai Sathwik" userId="205ccc2e-f822-44a3-bfd6-758a683a8b09" providerId="ADAL" clId="{9E6834D8-D82A-4A62-80C9-2B1F67FEFF8D}" dt="2025-12-09T06:33:23.970" v="174" actId="26606"/>
        <pc:sldMkLst>
          <pc:docMk/>
          <pc:sldMk cId="3748709285" sldId="271"/>
        </pc:sldMkLst>
        <pc:spChg chg="add del">
          <ac:chgData name="Odela, Sai Sathwik" userId="205ccc2e-f822-44a3-bfd6-758a683a8b09" providerId="ADAL" clId="{9E6834D8-D82A-4A62-80C9-2B1F67FEFF8D}" dt="2025-12-09T06:33:23.970" v="174" actId="26606"/>
          <ac:spMkLst>
            <pc:docMk/>
            <pc:sldMk cId="3748709285" sldId="271"/>
            <ac:spMk id="8" creationId="{22F15A2D-2324-487D-A02A-BF46C5C580EB}"/>
          </ac:spMkLst>
        </pc:spChg>
        <pc:spChg chg="add del">
          <ac:chgData name="Odela, Sai Sathwik" userId="205ccc2e-f822-44a3-bfd6-758a683a8b09" providerId="ADAL" clId="{9E6834D8-D82A-4A62-80C9-2B1F67FEFF8D}" dt="2025-12-09T06:33:23.970" v="174" actId="26606"/>
          <ac:spMkLst>
            <pc:docMk/>
            <pc:sldMk cId="3748709285" sldId="271"/>
            <ac:spMk id="10" creationId="{2AEAFA59-923A-4F54-8B49-44C970BCC323}"/>
          </ac:spMkLst>
        </pc:spChg>
        <pc:spChg chg="add del">
          <ac:chgData name="Odela, Sai Sathwik" userId="205ccc2e-f822-44a3-bfd6-758a683a8b09" providerId="ADAL" clId="{9E6834D8-D82A-4A62-80C9-2B1F67FEFF8D}" dt="2025-12-09T06:33:23.970" v="174" actId="26606"/>
          <ac:spMkLst>
            <pc:docMk/>
            <pc:sldMk cId="3748709285" sldId="271"/>
            <ac:spMk id="12" creationId="{C37E9D4B-7BFA-4D10-B666-547BAC499469}"/>
          </ac:spMkLst>
        </pc:spChg>
        <pc:picChg chg="add mod">
          <ac:chgData name="Odela, Sai Sathwik" userId="205ccc2e-f822-44a3-bfd6-758a683a8b09" providerId="ADAL" clId="{9E6834D8-D82A-4A62-80C9-2B1F67FEFF8D}" dt="2025-12-09T06:33:23.970" v="174" actId="26606"/>
          <ac:picMkLst>
            <pc:docMk/>
            <pc:sldMk cId="3748709285" sldId="271"/>
            <ac:picMk id="3" creationId="{D75A9591-2143-A832-6ED3-DDB46775AE32}"/>
          </ac:picMkLst>
        </pc:picChg>
      </pc:sldChg>
      <pc:sldChg chg="addSp modSp new mod setBg">
        <pc:chgData name="Odela, Sai Sathwik" userId="205ccc2e-f822-44a3-bfd6-758a683a8b09" providerId="ADAL" clId="{9E6834D8-D82A-4A62-80C9-2B1F67FEFF8D}" dt="2025-12-09T06:31:19.684" v="153" actId="26606"/>
        <pc:sldMkLst>
          <pc:docMk/>
          <pc:sldMk cId="2464732484" sldId="272"/>
        </pc:sldMkLst>
        <pc:spChg chg="add">
          <ac:chgData name="Odela, Sai Sathwik" userId="205ccc2e-f822-44a3-bfd6-758a683a8b09" providerId="ADAL" clId="{9E6834D8-D82A-4A62-80C9-2B1F67FEFF8D}" dt="2025-12-09T06:31:19.684" v="153" actId="26606"/>
          <ac:spMkLst>
            <pc:docMk/>
            <pc:sldMk cId="2464732484" sldId="272"/>
            <ac:spMk id="8" creationId="{22F15A2D-2324-487D-A02A-BF46C5C580EB}"/>
          </ac:spMkLst>
        </pc:spChg>
        <pc:spChg chg="add">
          <ac:chgData name="Odela, Sai Sathwik" userId="205ccc2e-f822-44a3-bfd6-758a683a8b09" providerId="ADAL" clId="{9E6834D8-D82A-4A62-80C9-2B1F67FEFF8D}" dt="2025-12-09T06:31:19.684" v="153" actId="26606"/>
          <ac:spMkLst>
            <pc:docMk/>
            <pc:sldMk cId="2464732484" sldId="272"/>
            <ac:spMk id="10" creationId="{2AEAFA59-923A-4F54-8B49-44C970BCC323}"/>
          </ac:spMkLst>
        </pc:spChg>
        <pc:spChg chg="add">
          <ac:chgData name="Odela, Sai Sathwik" userId="205ccc2e-f822-44a3-bfd6-758a683a8b09" providerId="ADAL" clId="{9E6834D8-D82A-4A62-80C9-2B1F67FEFF8D}" dt="2025-12-09T06:31:19.684" v="153" actId="26606"/>
          <ac:spMkLst>
            <pc:docMk/>
            <pc:sldMk cId="2464732484" sldId="272"/>
            <ac:spMk id="12" creationId="{C37E9D4B-7BFA-4D10-B666-547BAC499469}"/>
          </ac:spMkLst>
        </pc:spChg>
        <pc:picChg chg="add mod">
          <ac:chgData name="Odela, Sai Sathwik" userId="205ccc2e-f822-44a3-bfd6-758a683a8b09" providerId="ADAL" clId="{9E6834D8-D82A-4A62-80C9-2B1F67FEFF8D}" dt="2025-12-09T06:31:19.684" v="153" actId="26606"/>
          <ac:picMkLst>
            <pc:docMk/>
            <pc:sldMk cId="2464732484" sldId="272"/>
            <ac:picMk id="3" creationId="{7CAE4D98-897C-E8C6-20FC-E507641CCD8F}"/>
          </ac:picMkLst>
        </pc:picChg>
      </pc:sldChg>
      <pc:sldChg chg="addSp delSp modSp new mod setBg">
        <pc:chgData name="Odela, Sai Sathwik" userId="205ccc2e-f822-44a3-bfd6-758a683a8b09" providerId="ADAL" clId="{9E6834D8-D82A-4A62-80C9-2B1F67FEFF8D}" dt="2025-12-09T06:33:09.069" v="173" actId="26606"/>
        <pc:sldMkLst>
          <pc:docMk/>
          <pc:sldMk cId="2692259740" sldId="273"/>
        </pc:sldMkLst>
        <pc:spChg chg="add del">
          <ac:chgData name="Odela, Sai Sathwik" userId="205ccc2e-f822-44a3-bfd6-758a683a8b09" providerId="ADAL" clId="{9E6834D8-D82A-4A62-80C9-2B1F67FEFF8D}" dt="2025-12-09T06:33:09.069" v="173" actId="26606"/>
          <ac:spMkLst>
            <pc:docMk/>
            <pc:sldMk cId="2692259740" sldId="273"/>
            <ac:spMk id="8" creationId="{22F15A2D-2324-487D-A02A-BF46C5C580EB}"/>
          </ac:spMkLst>
        </pc:spChg>
        <pc:spChg chg="add del">
          <ac:chgData name="Odela, Sai Sathwik" userId="205ccc2e-f822-44a3-bfd6-758a683a8b09" providerId="ADAL" clId="{9E6834D8-D82A-4A62-80C9-2B1F67FEFF8D}" dt="2025-12-09T06:33:09.069" v="173" actId="26606"/>
          <ac:spMkLst>
            <pc:docMk/>
            <pc:sldMk cId="2692259740" sldId="273"/>
            <ac:spMk id="10" creationId="{2AEAFA59-923A-4F54-8B49-44C970BCC323}"/>
          </ac:spMkLst>
        </pc:spChg>
        <pc:spChg chg="add del">
          <ac:chgData name="Odela, Sai Sathwik" userId="205ccc2e-f822-44a3-bfd6-758a683a8b09" providerId="ADAL" clId="{9E6834D8-D82A-4A62-80C9-2B1F67FEFF8D}" dt="2025-12-09T06:33:09.069" v="173" actId="26606"/>
          <ac:spMkLst>
            <pc:docMk/>
            <pc:sldMk cId="2692259740" sldId="273"/>
            <ac:spMk id="12" creationId="{C37E9D4B-7BFA-4D10-B666-547BAC499469}"/>
          </ac:spMkLst>
        </pc:spChg>
        <pc:spChg chg="add">
          <ac:chgData name="Odela, Sai Sathwik" userId="205ccc2e-f822-44a3-bfd6-758a683a8b09" providerId="ADAL" clId="{9E6834D8-D82A-4A62-80C9-2B1F67FEFF8D}" dt="2025-12-09T06:33:09.069" v="173" actId="26606"/>
          <ac:spMkLst>
            <pc:docMk/>
            <pc:sldMk cId="2692259740" sldId="273"/>
            <ac:spMk id="17" creationId="{86FF76B9-219D-4469-AF87-0236D29032F1}"/>
          </ac:spMkLst>
        </pc:spChg>
        <pc:spChg chg="add">
          <ac:chgData name="Odela, Sai Sathwik" userId="205ccc2e-f822-44a3-bfd6-758a683a8b09" providerId="ADAL" clId="{9E6834D8-D82A-4A62-80C9-2B1F67FEFF8D}" dt="2025-12-09T06:33:09.069" v="173" actId="26606"/>
          <ac:spMkLst>
            <pc:docMk/>
            <pc:sldMk cId="2692259740" sldId="273"/>
            <ac:spMk id="23" creationId="{2E80C965-DB6D-4F81-9E9E-B027384D0BD6}"/>
          </ac:spMkLst>
        </pc:spChg>
        <pc:spChg chg="add">
          <ac:chgData name="Odela, Sai Sathwik" userId="205ccc2e-f822-44a3-bfd6-758a683a8b09" providerId="ADAL" clId="{9E6834D8-D82A-4A62-80C9-2B1F67FEFF8D}" dt="2025-12-09T06:33:09.069" v="173" actId="26606"/>
          <ac:spMkLst>
            <pc:docMk/>
            <pc:sldMk cId="2692259740" sldId="273"/>
            <ac:spMk id="25" creationId="{633C5E46-DAC5-4661-9C87-22B08E2A512F}"/>
          </ac:spMkLst>
        </pc:spChg>
        <pc:grpChg chg="add">
          <ac:chgData name="Odela, Sai Sathwik" userId="205ccc2e-f822-44a3-bfd6-758a683a8b09" providerId="ADAL" clId="{9E6834D8-D82A-4A62-80C9-2B1F67FEFF8D}" dt="2025-12-09T06:33:09.069" v="173" actId="26606"/>
          <ac:grpSpMkLst>
            <pc:docMk/>
            <pc:sldMk cId="2692259740" sldId="273"/>
            <ac:grpSpMk id="19" creationId="{DB88BD78-87E1-424D-B479-C37D8E41B12E}"/>
          </ac:grpSpMkLst>
        </pc:grpChg>
        <pc:picChg chg="add mod">
          <ac:chgData name="Odela, Sai Sathwik" userId="205ccc2e-f822-44a3-bfd6-758a683a8b09" providerId="ADAL" clId="{9E6834D8-D82A-4A62-80C9-2B1F67FEFF8D}" dt="2025-12-09T06:33:09.069" v="173" actId="26606"/>
          <ac:picMkLst>
            <pc:docMk/>
            <pc:sldMk cId="2692259740" sldId="273"/>
            <ac:picMk id="3" creationId="{0219F499-23D3-154C-A8D4-1D053CF5A764}"/>
          </ac:picMkLst>
        </pc:picChg>
      </pc:sldChg>
      <pc:sldChg chg="addSp delSp modSp new mod setBg">
        <pc:chgData name="Odela, Sai Sathwik" userId="205ccc2e-f822-44a3-bfd6-758a683a8b09" providerId="ADAL" clId="{9E6834D8-D82A-4A62-80C9-2B1F67FEFF8D}" dt="2025-12-09T06:32:08.759" v="163" actId="26606"/>
        <pc:sldMkLst>
          <pc:docMk/>
          <pc:sldMk cId="2568596085" sldId="274"/>
        </pc:sldMkLst>
        <pc:spChg chg="add del">
          <ac:chgData name="Odela, Sai Sathwik" userId="205ccc2e-f822-44a3-bfd6-758a683a8b09" providerId="ADAL" clId="{9E6834D8-D82A-4A62-80C9-2B1F67FEFF8D}" dt="2025-12-09T06:32:00.646" v="158" actId="26606"/>
          <ac:spMkLst>
            <pc:docMk/>
            <pc:sldMk cId="2568596085" sldId="274"/>
            <ac:spMk id="8" creationId="{22F15A2D-2324-487D-A02A-BF46C5C580EB}"/>
          </ac:spMkLst>
        </pc:spChg>
        <pc:spChg chg="add del">
          <ac:chgData name="Odela, Sai Sathwik" userId="205ccc2e-f822-44a3-bfd6-758a683a8b09" providerId="ADAL" clId="{9E6834D8-D82A-4A62-80C9-2B1F67FEFF8D}" dt="2025-12-09T06:32:00.646" v="158" actId="26606"/>
          <ac:spMkLst>
            <pc:docMk/>
            <pc:sldMk cId="2568596085" sldId="274"/>
            <ac:spMk id="10" creationId="{2AEAFA59-923A-4F54-8B49-44C970BCC323}"/>
          </ac:spMkLst>
        </pc:spChg>
        <pc:spChg chg="add del">
          <ac:chgData name="Odela, Sai Sathwik" userId="205ccc2e-f822-44a3-bfd6-758a683a8b09" providerId="ADAL" clId="{9E6834D8-D82A-4A62-80C9-2B1F67FEFF8D}" dt="2025-12-09T06:32:00.646" v="158" actId="26606"/>
          <ac:spMkLst>
            <pc:docMk/>
            <pc:sldMk cId="2568596085" sldId="274"/>
            <ac:spMk id="12" creationId="{C37E9D4B-7BFA-4D10-B666-547BAC499469}"/>
          </ac:spMkLst>
        </pc:spChg>
        <pc:spChg chg="add del">
          <ac:chgData name="Odela, Sai Sathwik" userId="205ccc2e-f822-44a3-bfd6-758a683a8b09" providerId="ADAL" clId="{9E6834D8-D82A-4A62-80C9-2B1F67FEFF8D}" dt="2025-12-09T06:32:08.759" v="163" actId="26606"/>
          <ac:spMkLst>
            <pc:docMk/>
            <pc:sldMk cId="2568596085" sldId="274"/>
            <ac:spMk id="17" creationId="{D153EDB2-4AAD-43F4-AE78-4D326C813369}"/>
          </ac:spMkLst>
        </pc:spChg>
        <pc:spChg chg="add del">
          <ac:chgData name="Odela, Sai Sathwik" userId="205ccc2e-f822-44a3-bfd6-758a683a8b09" providerId="ADAL" clId="{9E6834D8-D82A-4A62-80C9-2B1F67FEFF8D}" dt="2025-12-09T06:32:07.542" v="160" actId="26606"/>
          <ac:spMkLst>
            <pc:docMk/>
            <pc:sldMk cId="2568596085" sldId="274"/>
            <ac:spMk id="29" creationId="{8950AD4C-6AF3-49F8-94E1-DBCAFB39478B}"/>
          </ac:spMkLst>
        </pc:spChg>
        <pc:spChg chg="add del">
          <ac:chgData name="Odela, Sai Sathwik" userId="205ccc2e-f822-44a3-bfd6-758a683a8b09" providerId="ADAL" clId="{9E6834D8-D82A-4A62-80C9-2B1F67FEFF8D}" dt="2025-12-09T06:32:07.542" v="160" actId="26606"/>
          <ac:spMkLst>
            <pc:docMk/>
            <pc:sldMk cId="2568596085" sldId="274"/>
            <ac:spMk id="31" creationId="{0ACBD85E-A404-45CB-B532-1039E479D4C6}"/>
          </ac:spMkLst>
        </pc:spChg>
        <pc:spChg chg="add del">
          <ac:chgData name="Odela, Sai Sathwik" userId="205ccc2e-f822-44a3-bfd6-758a683a8b09" providerId="ADAL" clId="{9E6834D8-D82A-4A62-80C9-2B1F67FEFF8D}" dt="2025-12-09T06:32:07.542" v="160" actId="26606"/>
          <ac:spMkLst>
            <pc:docMk/>
            <pc:sldMk cId="2568596085" sldId="274"/>
            <ac:spMk id="33" creationId="{DB1626B1-BAC7-4893-A5AC-620597685187}"/>
          </ac:spMkLst>
        </pc:spChg>
        <pc:spChg chg="add del">
          <ac:chgData name="Odela, Sai Sathwik" userId="205ccc2e-f822-44a3-bfd6-758a683a8b09" providerId="ADAL" clId="{9E6834D8-D82A-4A62-80C9-2B1F67FEFF8D}" dt="2025-12-09T06:32:07.542" v="160" actId="26606"/>
          <ac:spMkLst>
            <pc:docMk/>
            <pc:sldMk cId="2568596085" sldId="274"/>
            <ac:spMk id="35" creationId="{D64E9910-51FE-45BF-973D-9D2401FD3C63}"/>
          </ac:spMkLst>
        </pc:spChg>
        <pc:spChg chg="add del">
          <ac:chgData name="Odela, Sai Sathwik" userId="205ccc2e-f822-44a3-bfd6-758a683a8b09" providerId="ADAL" clId="{9E6834D8-D82A-4A62-80C9-2B1F67FEFF8D}" dt="2025-12-09T06:32:08.759" v="162" actId="26606"/>
          <ac:spMkLst>
            <pc:docMk/>
            <pc:sldMk cId="2568596085" sldId="274"/>
            <ac:spMk id="37" creationId="{22F15A2D-2324-487D-A02A-BF46C5C580EB}"/>
          </ac:spMkLst>
        </pc:spChg>
        <pc:spChg chg="add del">
          <ac:chgData name="Odela, Sai Sathwik" userId="205ccc2e-f822-44a3-bfd6-758a683a8b09" providerId="ADAL" clId="{9E6834D8-D82A-4A62-80C9-2B1F67FEFF8D}" dt="2025-12-09T06:32:08.759" v="162" actId="26606"/>
          <ac:spMkLst>
            <pc:docMk/>
            <pc:sldMk cId="2568596085" sldId="274"/>
            <ac:spMk id="38" creationId="{2AEAFA59-923A-4F54-8B49-44C970BCC323}"/>
          </ac:spMkLst>
        </pc:spChg>
        <pc:spChg chg="add del">
          <ac:chgData name="Odela, Sai Sathwik" userId="205ccc2e-f822-44a3-bfd6-758a683a8b09" providerId="ADAL" clId="{9E6834D8-D82A-4A62-80C9-2B1F67FEFF8D}" dt="2025-12-09T06:32:08.759" v="162" actId="26606"/>
          <ac:spMkLst>
            <pc:docMk/>
            <pc:sldMk cId="2568596085" sldId="274"/>
            <ac:spMk id="39" creationId="{C37E9D4B-7BFA-4D10-B666-547BAC499469}"/>
          </ac:spMkLst>
        </pc:spChg>
        <pc:spChg chg="add">
          <ac:chgData name="Odela, Sai Sathwik" userId="205ccc2e-f822-44a3-bfd6-758a683a8b09" providerId="ADAL" clId="{9E6834D8-D82A-4A62-80C9-2B1F67FEFF8D}" dt="2025-12-09T06:32:08.759" v="163" actId="26606"/>
          <ac:spMkLst>
            <pc:docMk/>
            <pc:sldMk cId="2568596085" sldId="274"/>
            <ac:spMk id="41" creationId="{D153EDB2-4AAD-43F4-AE78-4D326C813369}"/>
          </ac:spMkLst>
        </pc:spChg>
        <pc:grpChg chg="add del">
          <ac:chgData name="Odela, Sai Sathwik" userId="205ccc2e-f822-44a3-bfd6-758a683a8b09" providerId="ADAL" clId="{9E6834D8-D82A-4A62-80C9-2B1F67FEFF8D}" dt="2025-12-09T06:32:08.759" v="163" actId="26606"/>
          <ac:grpSpMkLst>
            <pc:docMk/>
            <pc:sldMk cId="2568596085" sldId="274"/>
            <ac:grpSpMk id="19" creationId="{A3CB7779-72E2-4E92-AE18-6BBC335DD881}"/>
          </ac:grpSpMkLst>
        </pc:grpChg>
        <pc:grpChg chg="add">
          <ac:chgData name="Odela, Sai Sathwik" userId="205ccc2e-f822-44a3-bfd6-758a683a8b09" providerId="ADAL" clId="{9E6834D8-D82A-4A62-80C9-2B1F67FEFF8D}" dt="2025-12-09T06:32:08.759" v="163" actId="26606"/>
          <ac:grpSpMkLst>
            <pc:docMk/>
            <pc:sldMk cId="2568596085" sldId="274"/>
            <ac:grpSpMk id="42" creationId="{A3CB7779-72E2-4E92-AE18-6BBC335DD881}"/>
          </ac:grpSpMkLst>
        </pc:grpChg>
        <pc:picChg chg="add mod">
          <ac:chgData name="Odela, Sai Sathwik" userId="205ccc2e-f822-44a3-bfd6-758a683a8b09" providerId="ADAL" clId="{9E6834D8-D82A-4A62-80C9-2B1F67FEFF8D}" dt="2025-12-09T06:32:08.759" v="162" actId="26606"/>
          <ac:picMkLst>
            <pc:docMk/>
            <pc:sldMk cId="2568596085" sldId="274"/>
            <ac:picMk id="3" creationId="{85F78029-E66C-9957-C9FF-58F5495C01E4}"/>
          </ac:picMkLst>
        </pc:picChg>
      </pc:sldChg>
      <pc:sldChg chg="addSp delSp modSp new mod setBg">
        <pc:chgData name="Odela, Sai Sathwik" userId="205ccc2e-f822-44a3-bfd6-758a683a8b09" providerId="ADAL" clId="{9E6834D8-D82A-4A62-80C9-2B1F67FEFF8D}" dt="2025-12-09T06:31:52.733" v="157" actId="26606"/>
        <pc:sldMkLst>
          <pc:docMk/>
          <pc:sldMk cId="2560996208" sldId="275"/>
        </pc:sldMkLst>
        <pc:spChg chg="add del">
          <ac:chgData name="Odela, Sai Sathwik" userId="205ccc2e-f822-44a3-bfd6-758a683a8b09" providerId="ADAL" clId="{9E6834D8-D82A-4A62-80C9-2B1F67FEFF8D}" dt="2025-12-09T06:31:52.733" v="157" actId="26606"/>
          <ac:spMkLst>
            <pc:docMk/>
            <pc:sldMk cId="2560996208" sldId="275"/>
            <ac:spMk id="8" creationId="{22F15A2D-2324-487D-A02A-BF46C5C580EB}"/>
          </ac:spMkLst>
        </pc:spChg>
        <pc:spChg chg="add del">
          <ac:chgData name="Odela, Sai Sathwik" userId="205ccc2e-f822-44a3-bfd6-758a683a8b09" providerId="ADAL" clId="{9E6834D8-D82A-4A62-80C9-2B1F67FEFF8D}" dt="2025-12-09T06:31:52.733" v="157" actId="26606"/>
          <ac:spMkLst>
            <pc:docMk/>
            <pc:sldMk cId="2560996208" sldId="275"/>
            <ac:spMk id="10" creationId="{2AEAFA59-923A-4F54-8B49-44C970BCC323}"/>
          </ac:spMkLst>
        </pc:spChg>
        <pc:spChg chg="add del">
          <ac:chgData name="Odela, Sai Sathwik" userId="205ccc2e-f822-44a3-bfd6-758a683a8b09" providerId="ADAL" clId="{9E6834D8-D82A-4A62-80C9-2B1F67FEFF8D}" dt="2025-12-09T06:31:52.733" v="157" actId="26606"/>
          <ac:spMkLst>
            <pc:docMk/>
            <pc:sldMk cId="2560996208" sldId="275"/>
            <ac:spMk id="12" creationId="{C37E9D4B-7BFA-4D10-B666-547BAC499469}"/>
          </ac:spMkLst>
        </pc:spChg>
        <pc:spChg chg="add">
          <ac:chgData name="Odela, Sai Sathwik" userId="205ccc2e-f822-44a3-bfd6-758a683a8b09" providerId="ADAL" clId="{9E6834D8-D82A-4A62-80C9-2B1F67FEFF8D}" dt="2025-12-09T06:31:52.733" v="157" actId="26606"/>
          <ac:spMkLst>
            <pc:docMk/>
            <pc:sldMk cId="2560996208" sldId="275"/>
            <ac:spMk id="17" creationId="{B9FF99BD-075F-4761-A995-6FC574BD25EA}"/>
          </ac:spMkLst>
        </pc:spChg>
        <pc:spChg chg="add">
          <ac:chgData name="Odela, Sai Sathwik" userId="205ccc2e-f822-44a3-bfd6-758a683a8b09" providerId="ADAL" clId="{9E6834D8-D82A-4A62-80C9-2B1F67FEFF8D}" dt="2025-12-09T06:31:52.733" v="157" actId="26606"/>
          <ac:spMkLst>
            <pc:docMk/>
            <pc:sldMk cId="2560996208" sldId="275"/>
            <ac:spMk id="19" creationId="{A7B21A54-9BA3-4EA9-B460-5A829ADD9051}"/>
          </ac:spMkLst>
        </pc:spChg>
        <pc:spChg chg="add">
          <ac:chgData name="Odela, Sai Sathwik" userId="205ccc2e-f822-44a3-bfd6-758a683a8b09" providerId="ADAL" clId="{9E6834D8-D82A-4A62-80C9-2B1F67FEFF8D}" dt="2025-12-09T06:31:52.733" v="157" actId="26606"/>
          <ac:spMkLst>
            <pc:docMk/>
            <pc:sldMk cId="2560996208" sldId="275"/>
            <ac:spMk id="21" creationId="{6FA8F714-B9D8-488A-8CCA-E9948FF913A9}"/>
          </ac:spMkLst>
        </pc:spChg>
        <pc:picChg chg="add mod">
          <ac:chgData name="Odela, Sai Sathwik" userId="205ccc2e-f822-44a3-bfd6-758a683a8b09" providerId="ADAL" clId="{9E6834D8-D82A-4A62-80C9-2B1F67FEFF8D}" dt="2025-12-09T06:31:52.733" v="157" actId="26606"/>
          <ac:picMkLst>
            <pc:docMk/>
            <pc:sldMk cId="2560996208" sldId="275"/>
            <ac:picMk id="3" creationId="{F4AF8C85-0B39-B55E-BA1B-8DFA746D628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897B-AD81-EEDD-FA59-C75FB8E50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A6011-0EF1-D562-52CA-5D9C4AE23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F93C9-B266-3464-11D5-65DCB6EC3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26ED-DCF0-4F58-B03B-E9FA1C29D23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B17EC-96A7-ECD2-58F2-434A4AE69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6C9AE-3E40-89A7-C52E-683C9B1A7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2DF4-0A86-4CA5-93CF-89F1EA40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27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F259A-97B0-82D3-7E0F-237455BA8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C19F4-A5B4-7855-BC5F-F6F292148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89C9E-1924-69CD-78EB-9F15F8775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26ED-DCF0-4F58-B03B-E9FA1C29D23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8A65B-D02D-CCE4-FFBA-A02141E32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16438-A57C-8C5D-098A-DD758E126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2DF4-0A86-4CA5-93CF-89F1EA40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46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828C-5CCA-D7DD-6FB2-29028DCF3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1C012-1D10-F09D-2406-BE80D5360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9043C-3707-DD9A-EA45-4225AFE4D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26ED-DCF0-4F58-B03B-E9FA1C29D23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0E626-50C3-5E9F-E32A-8967061B7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37332-829F-6F7E-7D46-7C1102852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2DF4-0A86-4CA5-93CF-89F1EA40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4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D4A6-38B1-D146-4BC8-168A1C6BB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E46EE-EC4C-4421-3616-3B6D4F2B5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65AFB-0788-260F-578E-CD2AD2D2C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1518E-E4B1-E540-2DF6-DC6D10F43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26ED-DCF0-4F58-B03B-E9FA1C29D23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5EE7D5-B280-5243-2A8D-B775A71FC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0CBEE-5D6E-F5EC-EA3E-610A6FB65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2DF4-0A86-4CA5-93CF-89F1EA40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2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8E11C-56E8-CA90-0D64-2741728A9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314E1-2574-3A52-7349-4135B0D22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5B1E4-E211-5B97-9D10-B07BFE78D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7F0015-8C4F-D461-BD6C-98E17BBC77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4A5C3D-1849-BCD5-96F5-01D8F7F0D3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D35C87-03CF-0D9A-FE3A-7DE7AECE1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26ED-DCF0-4F58-B03B-E9FA1C29D23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6153BF-9DDE-CBA4-C4EA-82D8CC323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3F7F41-4B81-A4DE-22D3-E34C08CAA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2DF4-0A86-4CA5-93CF-89F1EA40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19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62219-DB7F-B31E-08A9-4F14DF5A0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DF5568-8817-015F-710F-D74040A3A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26ED-DCF0-4F58-B03B-E9FA1C29D23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C28391-E73C-2FF2-9C2D-B80EFA46D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5EB70-2779-798B-A8D1-629157EC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2DF4-0A86-4CA5-93CF-89F1EA40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111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02E1FA-524D-8A02-C2F2-1D00287D5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26ED-DCF0-4F58-B03B-E9FA1C29D23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2FD2E8-114E-CA77-AD3C-CF2318F6E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3401F-12C8-4CE0-1153-A2D94D9A8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2DF4-0A86-4CA5-93CF-89F1EA40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19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BFC6-2A79-8D90-0933-70937AB20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65E7B-80AD-98E2-12F7-39AC20260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CE8371-B172-BFB6-D1CE-4A5816E66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79626-80A4-B45D-95E9-64E3CC0A3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26ED-DCF0-4F58-B03B-E9FA1C29D23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D7391-70E2-63B8-C319-8FF9A9453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C7310-CE40-4068-7E57-DFA6E4D67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2DF4-0A86-4CA5-93CF-89F1EA40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87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2D062-7D13-2C17-86D8-458FBD0BA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3F35E1-A89A-6C86-B183-7677AB05A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27A40-7640-D8EB-F34E-C4AEF26BF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6608C-B964-085A-FBD6-E2C2CFBAE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26ED-DCF0-4F58-B03B-E9FA1C29D23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6A0C6-B5E1-5376-D791-08237ABEE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B9987-1D4E-E27E-73DD-4C720DA0E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2DF4-0A86-4CA5-93CF-89F1EA40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07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2140E-1922-E09E-C45D-3E78EECAD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E1E944-A17F-9A58-ECAB-34D8357A8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F4D59-574E-8AAC-7DD9-B475E615D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26ED-DCF0-4F58-B03B-E9FA1C29D23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B4BA7-8D7D-4931-4599-1360FD890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987C1-89CF-C15A-B189-A8D6DA8DE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2DF4-0A86-4CA5-93CF-89F1EA40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676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5688D9-BC71-ACE7-A199-B379099FFF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8C01C3-E341-A7A2-7E12-3095C0733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7198A-D486-F2AE-1BBD-5FE0D6DA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126ED-DCF0-4F58-B03B-E9FA1C29D23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CA444-D159-44DB-87F5-E57B89E0E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319E2-6A1A-569A-FFFF-586DDC8C1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72DF4-0A86-4CA5-93CF-89F1EA40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917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4ECF87-11C3-3AE1-5A04-31A8558EF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8B8C0-95EF-EB3C-FDAB-20821DEA6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ED547-17A2-4BC9-A5BB-9B4B9084C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126ED-DCF0-4F58-B03B-E9FA1C29D23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B26F1-71A2-5D0C-0B5C-E679717E73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0F735-E6EB-8064-1000-C0CA464D68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D72DF4-0A86-4CA5-93CF-89F1EA40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94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572D59-3EC7-4E6B-8BF5-63B1D4BDE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7200"/>
              <a:t>INTEGRATING THE SNOWPIPE WITH S3 FOR AUTO INGESTION</a:t>
            </a:r>
          </a:p>
        </p:txBody>
      </p:sp>
    </p:spTree>
    <p:extLst>
      <p:ext uri="{BB962C8B-B14F-4D97-AF65-F5344CB8AC3E}">
        <p14:creationId xmlns:p14="http://schemas.microsoft.com/office/powerpoint/2010/main" val="333106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615E54-A8C1-798A-7E4C-4BC94E27F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92" y="643466"/>
            <a:ext cx="1012921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330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4C4F51-CF02-7A3E-3AE0-4400EB246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63" y="1723304"/>
            <a:ext cx="7746709" cy="336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095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73D058-4E56-7E3B-6DA5-EC88C09A4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63" y="1965389"/>
            <a:ext cx="7746709" cy="288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255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0E0938-E3A6-C3CB-26DF-EE362F537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88991"/>
            <a:ext cx="10905066" cy="488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370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38FB53-AAE6-0B5D-8AFE-CC5CF9B55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111673"/>
            <a:ext cx="10905066" cy="463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779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0CFB124C-4B0C-4A81-8633-17257B151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2006" y="569844"/>
            <a:ext cx="8427988" cy="5649981"/>
          </a:xfrm>
          <a:prstGeom prst="rect">
            <a:avLst/>
          </a:prstGeom>
          <a:ln>
            <a:noFill/>
          </a:ln>
          <a:effectLst>
            <a:outerShdw blurRad="317500" dist="317500" dir="7140000" sx="95000" sy="95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9A6C6-F327-8A29-8180-64A8AB92B4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8" b="2"/>
          <a:stretch>
            <a:fillRect/>
          </a:stretch>
        </p:blipFill>
        <p:spPr>
          <a:xfrm>
            <a:off x="1882006" y="569843"/>
            <a:ext cx="8450714" cy="564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374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1EA99-E5F2-AE9D-3F76-FB856D8EB4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71" r="-1" b="3253"/>
          <a:stretch>
            <a:fillRect/>
          </a:stretch>
        </p:blipFill>
        <p:spPr>
          <a:xfrm>
            <a:off x="763524" y="733986"/>
            <a:ext cx="10664952" cy="5390029"/>
          </a:xfrm>
          <a:prstGeom prst="rect">
            <a:avLst/>
          </a:prstGeom>
          <a:effectLst>
            <a:outerShdw blurRad="292100" dist="165100" dir="6000000" sx="97000" sy="97000" algn="t" rotWithShape="0">
              <a:prstClr val="black">
                <a:alpha val="3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2583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0D1F3A-B682-12BB-ED80-D393E8FA1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63" y="1345652"/>
            <a:ext cx="7746709" cy="412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23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9487B4-B496-81C8-3B6F-64AD92435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63" y="1374702"/>
            <a:ext cx="7746709" cy="406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33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814F8D-9ED7-E272-71D2-4C9307232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63" y="2333357"/>
            <a:ext cx="7746709" cy="214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636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F8D223-6264-5E0F-72BD-39FF94824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63" y="1607104"/>
            <a:ext cx="7746709" cy="360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377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14FCEA-6905-2F88-8A76-4CB1D3293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63" y="1955706"/>
            <a:ext cx="7746709" cy="290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01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B96923-CBC5-784E-F00D-CF0E2AFA2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63" y="1645837"/>
            <a:ext cx="7746709" cy="352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702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5A9591-2143-A832-6ED3-DDB46775A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148" y="643466"/>
            <a:ext cx="779170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709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AE4D98-897C-E8C6-20FC-E507641CC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63" y="1142301"/>
            <a:ext cx="7746709" cy="453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32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19F499-23D3-154C-A8D4-1D053CF5A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820502"/>
            <a:ext cx="10905066" cy="321699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2259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D153EDB2-4AAD-43F4-AE78-4D326C813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3CB7779-72E2-4E92-AE18-6BBC335DD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7625" y="0"/>
            <a:ext cx="11097905" cy="6858000"/>
            <a:chOff x="547625" y="0"/>
            <a:chExt cx="11097905" cy="685800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75B9DA5-08BD-40EA-B06C-3D3CCD06A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07575" y="0"/>
              <a:ext cx="10345003" cy="6858000"/>
            </a:xfrm>
            <a:custGeom>
              <a:avLst/>
              <a:gdLst>
                <a:gd name="connsiteX0" fmla="*/ 7551973 w 9174595"/>
                <a:gd name="connsiteY0" fmla="*/ 0 h 6858000"/>
                <a:gd name="connsiteX1" fmla="*/ 5634635 w 9174595"/>
                <a:gd name="connsiteY1" fmla="*/ 0 h 6858000"/>
                <a:gd name="connsiteX2" fmla="*/ 5550590 w 9174595"/>
                <a:gd name="connsiteY2" fmla="*/ 0 h 6858000"/>
                <a:gd name="connsiteX3" fmla="*/ 5480986 w 9174595"/>
                <a:gd name="connsiteY3" fmla="*/ 0 h 6858000"/>
                <a:gd name="connsiteX4" fmla="*/ 4886240 w 9174595"/>
                <a:gd name="connsiteY4" fmla="*/ 0 h 6858000"/>
                <a:gd name="connsiteX5" fmla="*/ 4816638 w 9174595"/>
                <a:gd name="connsiteY5" fmla="*/ 0 h 6858000"/>
                <a:gd name="connsiteX6" fmla="*/ 4357958 w 9174595"/>
                <a:gd name="connsiteY6" fmla="*/ 0 h 6858000"/>
                <a:gd name="connsiteX7" fmla="*/ 4288354 w 9174595"/>
                <a:gd name="connsiteY7" fmla="*/ 0 h 6858000"/>
                <a:gd name="connsiteX8" fmla="*/ 3693608 w 9174595"/>
                <a:gd name="connsiteY8" fmla="*/ 0 h 6858000"/>
                <a:gd name="connsiteX9" fmla="*/ 3624006 w 9174595"/>
                <a:gd name="connsiteY9" fmla="*/ 0 h 6858000"/>
                <a:gd name="connsiteX10" fmla="*/ 3276448 w 9174595"/>
                <a:gd name="connsiteY10" fmla="*/ 0 h 6858000"/>
                <a:gd name="connsiteX11" fmla="*/ 1622622 w 9174595"/>
                <a:gd name="connsiteY11" fmla="*/ 0 h 6858000"/>
                <a:gd name="connsiteX12" fmla="*/ 1600504 w 9174595"/>
                <a:gd name="connsiteY12" fmla="*/ 14997 h 6858000"/>
                <a:gd name="connsiteX13" fmla="*/ 0 w 9174595"/>
                <a:gd name="connsiteY13" fmla="*/ 3621656 h 6858000"/>
                <a:gd name="connsiteX14" fmla="*/ 1873886 w 9174595"/>
                <a:gd name="connsiteY14" fmla="*/ 6374814 h 6858000"/>
                <a:gd name="connsiteX15" fmla="*/ 2390406 w 9174595"/>
                <a:gd name="connsiteY15" fmla="*/ 6780599 h 6858000"/>
                <a:gd name="connsiteX16" fmla="*/ 2502136 w 9174595"/>
                <a:gd name="connsiteY16" fmla="*/ 6858000 h 6858000"/>
                <a:gd name="connsiteX17" fmla="*/ 3276448 w 9174595"/>
                <a:gd name="connsiteY17" fmla="*/ 6858000 h 6858000"/>
                <a:gd name="connsiteX18" fmla="*/ 3624006 w 9174595"/>
                <a:gd name="connsiteY18" fmla="*/ 6858000 h 6858000"/>
                <a:gd name="connsiteX19" fmla="*/ 3693608 w 9174595"/>
                <a:gd name="connsiteY19" fmla="*/ 6858000 h 6858000"/>
                <a:gd name="connsiteX20" fmla="*/ 4288354 w 9174595"/>
                <a:gd name="connsiteY20" fmla="*/ 6858000 h 6858000"/>
                <a:gd name="connsiteX21" fmla="*/ 4357958 w 9174595"/>
                <a:gd name="connsiteY21" fmla="*/ 6858000 h 6858000"/>
                <a:gd name="connsiteX22" fmla="*/ 4816638 w 9174595"/>
                <a:gd name="connsiteY22" fmla="*/ 6858000 h 6858000"/>
                <a:gd name="connsiteX23" fmla="*/ 4886240 w 9174595"/>
                <a:gd name="connsiteY23" fmla="*/ 6858000 h 6858000"/>
                <a:gd name="connsiteX24" fmla="*/ 5480986 w 9174595"/>
                <a:gd name="connsiteY24" fmla="*/ 6858000 h 6858000"/>
                <a:gd name="connsiteX25" fmla="*/ 5550590 w 9174595"/>
                <a:gd name="connsiteY25" fmla="*/ 6858000 h 6858000"/>
                <a:gd name="connsiteX26" fmla="*/ 5634635 w 9174595"/>
                <a:gd name="connsiteY26" fmla="*/ 6858000 h 6858000"/>
                <a:gd name="connsiteX27" fmla="*/ 6672460 w 9174595"/>
                <a:gd name="connsiteY27" fmla="*/ 6858000 h 6858000"/>
                <a:gd name="connsiteX28" fmla="*/ 6784188 w 9174595"/>
                <a:gd name="connsiteY28" fmla="*/ 6780599 h 6858000"/>
                <a:gd name="connsiteX29" fmla="*/ 7300708 w 9174595"/>
                <a:gd name="connsiteY29" fmla="*/ 6374814 h 6858000"/>
                <a:gd name="connsiteX30" fmla="*/ 9174595 w 9174595"/>
                <a:gd name="connsiteY30" fmla="*/ 3621656 h 6858000"/>
                <a:gd name="connsiteX31" fmla="*/ 7574092 w 9174595"/>
                <a:gd name="connsiteY3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174595" h="6858000">
                  <a:moveTo>
                    <a:pt x="7551973" y="0"/>
                  </a:moveTo>
                  <a:lnTo>
                    <a:pt x="5634635" y="0"/>
                  </a:lnTo>
                  <a:lnTo>
                    <a:pt x="5550590" y="0"/>
                  </a:lnTo>
                  <a:lnTo>
                    <a:pt x="5480986" y="0"/>
                  </a:lnTo>
                  <a:lnTo>
                    <a:pt x="4886240" y="0"/>
                  </a:lnTo>
                  <a:lnTo>
                    <a:pt x="4816638" y="0"/>
                  </a:lnTo>
                  <a:lnTo>
                    <a:pt x="4357958" y="0"/>
                  </a:lnTo>
                  <a:lnTo>
                    <a:pt x="4288354" y="0"/>
                  </a:lnTo>
                  <a:lnTo>
                    <a:pt x="3693608" y="0"/>
                  </a:lnTo>
                  <a:lnTo>
                    <a:pt x="3624006" y="0"/>
                  </a:lnTo>
                  <a:lnTo>
                    <a:pt x="3276448" y="0"/>
                  </a:lnTo>
                  <a:lnTo>
                    <a:pt x="1622622" y="0"/>
                  </a:lnTo>
                  <a:lnTo>
                    <a:pt x="1600504" y="14997"/>
                  </a:lnTo>
                  <a:cubicBezTo>
                    <a:pt x="573594" y="754641"/>
                    <a:pt x="0" y="2093192"/>
                    <a:pt x="0" y="3621656"/>
                  </a:cubicBezTo>
                  <a:cubicBezTo>
                    <a:pt x="0" y="4969131"/>
                    <a:pt x="928496" y="5602839"/>
                    <a:pt x="1873886" y="6374814"/>
                  </a:cubicBezTo>
                  <a:cubicBezTo>
                    <a:pt x="2046046" y="6515397"/>
                    <a:pt x="2216632" y="6653108"/>
                    <a:pt x="2390406" y="6780599"/>
                  </a:cubicBezTo>
                  <a:lnTo>
                    <a:pt x="2502136" y="6858000"/>
                  </a:lnTo>
                  <a:lnTo>
                    <a:pt x="3276448" y="6858000"/>
                  </a:lnTo>
                  <a:lnTo>
                    <a:pt x="3624006" y="6858000"/>
                  </a:lnTo>
                  <a:lnTo>
                    <a:pt x="3693608" y="6858000"/>
                  </a:lnTo>
                  <a:lnTo>
                    <a:pt x="4288354" y="6858000"/>
                  </a:lnTo>
                  <a:lnTo>
                    <a:pt x="4357958" y="6858000"/>
                  </a:lnTo>
                  <a:lnTo>
                    <a:pt x="4816638" y="6858000"/>
                  </a:lnTo>
                  <a:lnTo>
                    <a:pt x="4886240" y="6858000"/>
                  </a:lnTo>
                  <a:lnTo>
                    <a:pt x="5480986" y="6858000"/>
                  </a:lnTo>
                  <a:lnTo>
                    <a:pt x="5550590" y="6858000"/>
                  </a:lnTo>
                  <a:lnTo>
                    <a:pt x="5634635" y="6858000"/>
                  </a:lnTo>
                  <a:lnTo>
                    <a:pt x="6672460" y="6858000"/>
                  </a:lnTo>
                  <a:lnTo>
                    <a:pt x="6784188" y="6780599"/>
                  </a:lnTo>
                  <a:cubicBezTo>
                    <a:pt x="6957963" y="6653108"/>
                    <a:pt x="7128548" y="6515397"/>
                    <a:pt x="7300708" y="6374814"/>
                  </a:cubicBezTo>
                  <a:cubicBezTo>
                    <a:pt x="8246100" y="5602839"/>
                    <a:pt x="9174595" y="4969131"/>
                    <a:pt x="9174595" y="3621656"/>
                  </a:cubicBezTo>
                  <a:cubicBezTo>
                    <a:pt x="9174595" y="2093192"/>
                    <a:pt x="8601001" y="754641"/>
                    <a:pt x="7574092" y="1499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EE62D72-11EF-40E9-BF23-0FCAEACDD7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708673" y="0"/>
              <a:ext cx="2486322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76336F2-6633-4E26-8760-05F94D87D5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75235" y="0"/>
              <a:ext cx="2486322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F3102E-7749-422F-8F51-A148252B8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47625" y="0"/>
              <a:ext cx="2209181" cy="6858000"/>
            </a:xfrm>
            <a:custGeom>
              <a:avLst/>
              <a:gdLst>
                <a:gd name="connsiteX0" fmla="*/ 955085 w 2209181"/>
                <a:gd name="connsiteY0" fmla="*/ 0 h 6858000"/>
                <a:gd name="connsiteX1" fmla="*/ 937727 w 2209181"/>
                <a:gd name="connsiteY1" fmla="*/ 0 h 6858000"/>
                <a:gd name="connsiteX2" fmla="*/ 963738 w 2209181"/>
                <a:gd name="connsiteY2" fmla="*/ 24346 h 6858000"/>
                <a:gd name="connsiteX3" fmla="*/ 2184004 w 2209181"/>
                <a:gd name="connsiteY3" fmla="*/ 3809420 h 6858000"/>
                <a:gd name="connsiteX4" fmla="*/ 218679 w 2209181"/>
                <a:gd name="connsiteY4" fmla="*/ 6681644 h 6858000"/>
                <a:gd name="connsiteX5" fmla="*/ 0 w 2209181"/>
                <a:gd name="connsiteY5" fmla="*/ 6858000 h 6858000"/>
                <a:gd name="connsiteX6" fmla="*/ 19349 w 2209181"/>
                <a:gd name="connsiteY6" fmla="*/ 6858000 h 6858000"/>
                <a:gd name="connsiteX7" fmla="*/ 236958 w 2209181"/>
                <a:gd name="connsiteY7" fmla="*/ 6682507 h 6858000"/>
                <a:gd name="connsiteX8" fmla="*/ 2202283 w 2209181"/>
                <a:gd name="connsiteY8" fmla="*/ 3810283 h 6858000"/>
                <a:gd name="connsiteX9" fmla="*/ 982018 w 2209181"/>
                <a:gd name="connsiteY9" fmla="*/ 2521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55085" y="0"/>
                  </a:moveTo>
                  <a:lnTo>
                    <a:pt x="937727" y="0"/>
                  </a:lnTo>
                  <a:lnTo>
                    <a:pt x="963738" y="24346"/>
                  </a:lnTo>
                  <a:cubicBezTo>
                    <a:pt x="1818009" y="885455"/>
                    <a:pt x="2251801" y="2269402"/>
                    <a:pt x="2184004" y="3809420"/>
                  </a:cubicBezTo>
                  <a:cubicBezTo>
                    <a:pt x="2120250" y="5257592"/>
                    <a:pt x="1181008" y="5895709"/>
                    <a:pt x="218679" y="6681644"/>
                  </a:cubicBezTo>
                  <a:lnTo>
                    <a:pt x="0" y="6858000"/>
                  </a:lnTo>
                  <a:lnTo>
                    <a:pt x="19349" y="6858000"/>
                  </a:lnTo>
                  <a:lnTo>
                    <a:pt x="236958" y="6682507"/>
                  </a:lnTo>
                  <a:cubicBezTo>
                    <a:pt x="1199288" y="5896573"/>
                    <a:pt x="2138530" y="5258455"/>
                    <a:pt x="2202283" y="3810283"/>
                  </a:cubicBezTo>
                  <a:cubicBezTo>
                    <a:pt x="2270080" y="2270266"/>
                    <a:pt x="1836289" y="886318"/>
                    <a:pt x="982018" y="25210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71191CD-1211-4C40-9D45-449D9BE65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36349" y="0"/>
              <a:ext cx="2209181" cy="6858000"/>
            </a:xfrm>
            <a:custGeom>
              <a:avLst/>
              <a:gdLst>
                <a:gd name="connsiteX0" fmla="*/ 937727 w 2209181"/>
                <a:gd name="connsiteY0" fmla="*/ 0 h 6858000"/>
                <a:gd name="connsiteX1" fmla="*/ 955085 w 2209181"/>
                <a:gd name="connsiteY1" fmla="*/ 0 h 6858000"/>
                <a:gd name="connsiteX2" fmla="*/ 982018 w 2209181"/>
                <a:gd name="connsiteY2" fmla="*/ 25210 h 6858000"/>
                <a:gd name="connsiteX3" fmla="*/ 2202283 w 2209181"/>
                <a:gd name="connsiteY3" fmla="*/ 3810283 h 6858000"/>
                <a:gd name="connsiteX4" fmla="*/ 236958 w 2209181"/>
                <a:gd name="connsiteY4" fmla="*/ 6682507 h 6858000"/>
                <a:gd name="connsiteX5" fmla="*/ 19349 w 2209181"/>
                <a:gd name="connsiteY5" fmla="*/ 6858000 h 6858000"/>
                <a:gd name="connsiteX6" fmla="*/ 0 w 2209181"/>
                <a:gd name="connsiteY6" fmla="*/ 6858000 h 6858000"/>
                <a:gd name="connsiteX7" fmla="*/ 218679 w 2209181"/>
                <a:gd name="connsiteY7" fmla="*/ 6681644 h 6858000"/>
                <a:gd name="connsiteX8" fmla="*/ 2184004 w 2209181"/>
                <a:gd name="connsiteY8" fmla="*/ 3809420 h 6858000"/>
                <a:gd name="connsiteX9" fmla="*/ 963738 w 2209181"/>
                <a:gd name="connsiteY9" fmla="*/ 24346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9181" h="6858000">
                  <a:moveTo>
                    <a:pt x="937727" y="0"/>
                  </a:moveTo>
                  <a:lnTo>
                    <a:pt x="955085" y="0"/>
                  </a:lnTo>
                  <a:lnTo>
                    <a:pt x="982018" y="25210"/>
                  </a:lnTo>
                  <a:cubicBezTo>
                    <a:pt x="1836289" y="886318"/>
                    <a:pt x="2270080" y="2270266"/>
                    <a:pt x="2202283" y="3810283"/>
                  </a:cubicBezTo>
                  <a:cubicBezTo>
                    <a:pt x="2138530" y="5258455"/>
                    <a:pt x="1199288" y="5896573"/>
                    <a:pt x="236958" y="6682507"/>
                  </a:cubicBezTo>
                  <a:lnTo>
                    <a:pt x="19349" y="6858000"/>
                  </a:lnTo>
                  <a:lnTo>
                    <a:pt x="0" y="6858000"/>
                  </a:lnTo>
                  <a:lnTo>
                    <a:pt x="218679" y="6681644"/>
                  </a:lnTo>
                  <a:cubicBezTo>
                    <a:pt x="1181008" y="5895709"/>
                    <a:pt x="2120250" y="5257592"/>
                    <a:pt x="2184004" y="3809420"/>
                  </a:cubicBezTo>
                  <a:cubicBezTo>
                    <a:pt x="2251801" y="2269402"/>
                    <a:pt x="1818009" y="885455"/>
                    <a:pt x="963738" y="24346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5F78029-E66C-9957-C9FF-58F5495C0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938" y="1950709"/>
            <a:ext cx="7560860" cy="285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596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AF8C85-0B39-B55E-BA1B-8DFA746D6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77" y="2144730"/>
            <a:ext cx="9951041" cy="256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996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8</Words>
  <Application>Microsoft Office PowerPoint</Application>
  <PresentationFormat>Widescreen</PresentationFormat>
  <Paragraphs>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Meiryo</vt:lpstr>
      <vt:lpstr>Aptos</vt:lpstr>
      <vt:lpstr>Aptos Display</vt:lpstr>
      <vt:lpstr>Arial</vt:lpstr>
      <vt:lpstr>Office Theme</vt:lpstr>
      <vt:lpstr>INTEGRATING THE SNOWPIPE WITH S3 FOR AUTO INGESTION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Odela, Sai Sathwik</dc:creator>
  <cp:lastModifiedBy>Odela, Sai Sathwik</cp:lastModifiedBy>
  <cp:revision>1</cp:revision>
  <dcterms:created xsi:type="dcterms:W3CDTF">2025-12-08T08:25:17Z</dcterms:created>
  <dcterms:modified xsi:type="dcterms:W3CDTF">2025-12-09T06:33:25Z</dcterms:modified>
</cp:coreProperties>
</file>