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9" r:id="rId7"/>
    <p:sldId id="263" r:id="rId8"/>
    <p:sldId id="270" r:id="rId9"/>
    <p:sldId id="271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7FDC71-DF7F-47DB-A325-A9B02E69821C}" v="16" dt="2025-11-26T05:28:27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dela, Sai Sathwik" userId="205ccc2e-f822-44a3-bfd6-758a683a8b09" providerId="ADAL" clId="{9E6834D8-D82A-4A62-80C9-2B1F67FEFF8D}"/>
    <pc:docChg chg="custSel addSld delSld modSld sldOrd">
      <pc:chgData name="Odela, Sai Sathwik" userId="205ccc2e-f822-44a3-bfd6-758a683a8b09" providerId="ADAL" clId="{9E6834D8-D82A-4A62-80C9-2B1F67FEFF8D}" dt="2025-11-26T05:29:27.093" v="175" actId="1076"/>
      <pc:docMkLst>
        <pc:docMk/>
      </pc:docMkLst>
      <pc:sldChg chg="modSp mod">
        <pc:chgData name="Odela, Sai Sathwik" userId="205ccc2e-f822-44a3-bfd6-758a683a8b09" providerId="ADAL" clId="{9E6834D8-D82A-4A62-80C9-2B1F67FEFF8D}" dt="2025-11-25T14:52:59.550" v="1" actId="27636"/>
        <pc:sldMkLst>
          <pc:docMk/>
          <pc:sldMk cId="1541379056" sldId="256"/>
        </pc:sldMkLst>
        <pc:spChg chg="mod">
          <ac:chgData name="Odela, Sai Sathwik" userId="205ccc2e-f822-44a3-bfd6-758a683a8b09" providerId="ADAL" clId="{9E6834D8-D82A-4A62-80C9-2B1F67FEFF8D}" dt="2025-11-25T14:52:59.550" v="1" actId="27636"/>
          <ac:spMkLst>
            <pc:docMk/>
            <pc:sldMk cId="1541379056" sldId="256"/>
            <ac:spMk id="2" creationId="{12B18AFE-04E6-60DF-01D4-F2F97370EF28}"/>
          </ac:spMkLst>
        </pc:spChg>
      </pc:sldChg>
      <pc:sldChg chg="modSp mod">
        <pc:chgData name="Odela, Sai Sathwik" userId="205ccc2e-f822-44a3-bfd6-758a683a8b09" providerId="ADAL" clId="{9E6834D8-D82A-4A62-80C9-2B1F67FEFF8D}" dt="2025-11-25T14:53:23.338" v="42" actId="20577"/>
        <pc:sldMkLst>
          <pc:docMk/>
          <pc:sldMk cId="1202431695" sldId="257"/>
        </pc:sldMkLst>
        <pc:spChg chg="mod">
          <ac:chgData name="Odela, Sai Sathwik" userId="205ccc2e-f822-44a3-bfd6-758a683a8b09" providerId="ADAL" clId="{9E6834D8-D82A-4A62-80C9-2B1F67FEFF8D}" dt="2025-11-25T14:53:23.338" v="42" actId="20577"/>
          <ac:spMkLst>
            <pc:docMk/>
            <pc:sldMk cId="1202431695" sldId="257"/>
            <ac:spMk id="2" creationId="{4AC8E4A9-2E14-7028-45C1-99AD697F2C8E}"/>
          </ac:spMkLst>
        </pc:spChg>
      </pc:sldChg>
      <pc:sldChg chg="addSp delSp modSp del mod">
        <pc:chgData name="Odela, Sai Sathwik" userId="205ccc2e-f822-44a3-bfd6-758a683a8b09" providerId="ADAL" clId="{9E6834D8-D82A-4A62-80C9-2B1F67FEFF8D}" dt="2025-11-26T05:22:31.427" v="142" actId="2696"/>
        <pc:sldMkLst>
          <pc:docMk/>
          <pc:sldMk cId="922144507" sldId="260"/>
        </pc:sldMkLst>
        <pc:picChg chg="del">
          <ac:chgData name="Odela, Sai Sathwik" userId="205ccc2e-f822-44a3-bfd6-758a683a8b09" providerId="ADAL" clId="{9E6834D8-D82A-4A62-80C9-2B1F67FEFF8D}" dt="2025-11-25T16:21:36.560" v="128" actId="21"/>
          <ac:picMkLst>
            <pc:docMk/>
            <pc:sldMk cId="922144507" sldId="260"/>
            <ac:picMk id="4" creationId="{B62DC255-5C39-5322-FC46-38666E7DAD65}"/>
          </ac:picMkLst>
        </pc:picChg>
        <pc:picChg chg="add del mod">
          <ac:chgData name="Odela, Sai Sathwik" userId="205ccc2e-f822-44a3-bfd6-758a683a8b09" providerId="ADAL" clId="{9E6834D8-D82A-4A62-80C9-2B1F67FEFF8D}" dt="2025-11-25T16:53:37.492" v="132" actId="21"/>
          <ac:picMkLst>
            <pc:docMk/>
            <pc:sldMk cId="922144507" sldId="260"/>
            <ac:picMk id="5" creationId="{B62DC255-5C39-5322-FC46-38666E7DAD65}"/>
          </ac:picMkLst>
        </pc:picChg>
        <pc:picChg chg="add mod">
          <ac:chgData name="Odela, Sai Sathwik" userId="205ccc2e-f822-44a3-bfd6-758a683a8b09" providerId="ADAL" clId="{9E6834D8-D82A-4A62-80C9-2B1F67FEFF8D}" dt="2025-11-25T16:53:38.353" v="133"/>
          <ac:picMkLst>
            <pc:docMk/>
            <pc:sldMk cId="922144507" sldId="260"/>
            <ac:picMk id="6" creationId="{B62DC255-5C39-5322-FC46-38666E7DAD65}"/>
          </ac:picMkLst>
        </pc:picChg>
      </pc:sldChg>
      <pc:sldChg chg="del">
        <pc:chgData name="Odela, Sai Sathwik" userId="205ccc2e-f822-44a3-bfd6-758a683a8b09" providerId="ADAL" clId="{9E6834D8-D82A-4A62-80C9-2B1F67FEFF8D}" dt="2025-11-26T05:22:26.904" v="141" actId="2696"/>
        <pc:sldMkLst>
          <pc:docMk/>
          <pc:sldMk cId="107148599" sldId="262"/>
        </pc:sldMkLst>
      </pc:sldChg>
      <pc:sldChg chg="addSp delSp modSp new mod">
        <pc:chgData name="Odela, Sai Sathwik" userId="205ccc2e-f822-44a3-bfd6-758a683a8b09" providerId="ADAL" clId="{9E6834D8-D82A-4A62-80C9-2B1F67FEFF8D}" dt="2025-11-26T05:22:09.960" v="140" actId="22"/>
        <pc:sldMkLst>
          <pc:docMk/>
          <pc:sldMk cId="1834192068" sldId="263"/>
        </pc:sldMkLst>
        <pc:picChg chg="add mod">
          <ac:chgData name="Odela, Sai Sathwik" userId="205ccc2e-f822-44a3-bfd6-758a683a8b09" providerId="ADAL" clId="{9E6834D8-D82A-4A62-80C9-2B1F67FEFF8D}" dt="2025-11-26T05:21:20.997" v="135"/>
          <ac:picMkLst>
            <pc:docMk/>
            <pc:sldMk cId="1834192068" sldId="263"/>
            <ac:picMk id="2" creationId="{7645F7C6-2E61-409F-C41A-05B5488D68AD}"/>
          </ac:picMkLst>
        </pc:picChg>
        <pc:picChg chg="add del">
          <ac:chgData name="Odela, Sai Sathwik" userId="205ccc2e-f822-44a3-bfd6-758a683a8b09" providerId="ADAL" clId="{9E6834D8-D82A-4A62-80C9-2B1F67FEFF8D}" dt="2025-11-26T05:21:19.330" v="134" actId="21"/>
          <ac:picMkLst>
            <pc:docMk/>
            <pc:sldMk cId="1834192068" sldId="263"/>
            <ac:picMk id="3" creationId="{7645F7C6-2E61-409F-C41A-05B5488D68AD}"/>
          </ac:picMkLst>
        </pc:picChg>
        <pc:picChg chg="add mod">
          <ac:chgData name="Odela, Sai Sathwik" userId="205ccc2e-f822-44a3-bfd6-758a683a8b09" providerId="ADAL" clId="{9E6834D8-D82A-4A62-80C9-2B1F67FEFF8D}" dt="2025-11-26T05:21:24.855" v="136"/>
          <ac:picMkLst>
            <pc:docMk/>
            <pc:sldMk cId="1834192068" sldId="263"/>
            <ac:picMk id="4" creationId="{251E9203-510A-77E1-9315-28C24959DAFD}"/>
          </ac:picMkLst>
        </pc:picChg>
        <pc:picChg chg="add mod">
          <ac:chgData name="Odela, Sai Sathwik" userId="205ccc2e-f822-44a3-bfd6-758a683a8b09" providerId="ADAL" clId="{9E6834D8-D82A-4A62-80C9-2B1F67FEFF8D}" dt="2025-11-26T05:21:28.928" v="137"/>
          <ac:picMkLst>
            <pc:docMk/>
            <pc:sldMk cId="1834192068" sldId="263"/>
            <ac:picMk id="5" creationId="{50C8EDB1-8ABD-BBF7-9FF9-7333CF28D23D}"/>
          </ac:picMkLst>
        </pc:picChg>
        <pc:picChg chg="add">
          <ac:chgData name="Odela, Sai Sathwik" userId="205ccc2e-f822-44a3-bfd6-758a683a8b09" providerId="ADAL" clId="{9E6834D8-D82A-4A62-80C9-2B1F67FEFF8D}" dt="2025-11-26T05:22:09.960" v="140" actId="22"/>
          <ac:picMkLst>
            <pc:docMk/>
            <pc:sldMk cId="1834192068" sldId="263"/>
            <ac:picMk id="7" creationId="{CFF2B047-CF40-84A7-4C16-4828E5B0D474}"/>
          </ac:picMkLst>
        </pc:picChg>
      </pc:sldChg>
      <pc:sldChg chg="addSp delSp modSp new del mod">
        <pc:chgData name="Odela, Sai Sathwik" userId="205ccc2e-f822-44a3-bfd6-758a683a8b09" providerId="ADAL" clId="{9E6834D8-D82A-4A62-80C9-2B1F67FEFF8D}" dt="2025-11-26T05:23:10.716" v="146" actId="2696"/>
        <pc:sldMkLst>
          <pc:docMk/>
          <pc:sldMk cId="2943212355" sldId="264"/>
        </pc:sldMkLst>
        <pc:picChg chg="add del mod">
          <ac:chgData name="Odela, Sai Sathwik" userId="205ccc2e-f822-44a3-bfd6-758a683a8b09" providerId="ADAL" clId="{9E6834D8-D82A-4A62-80C9-2B1F67FEFF8D}" dt="2025-11-26T05:23:06.703" v="145" actId="21"/>
          <ac:picMkLst>
            <pc:docMk/>
            <pc:sldMk cId="2943212355" sldId="264"/>
            <ac:picMk id="3" creationId="{56DD2EDB-31EC-CAE6-BC8D-52712FD71C07}"/>
          </ac:picMkLst>
        </pc:picChg>
      </pc:sldChg>
      <pc:sldChg chg="addSp modSp new mod ord modClrScheme chgLayout">
        <pc:chgData name="Odela, Sai Sathwik" userId="205ccc2e-f822-44a3-bfd6-758a683a8b09" providerId="ADAL" clId="{9E6834D8-D82A-4A62-80C9-2B1F67FEFF8D}" dt="2025-11-26T05:28:07.333" v="156" actId="255"/>
        <pc:sldMkLst>
          <pc:docMk/>
          <pc:sldMk cId="3234527161" sldId="265"/>
        </pc:sldMkLst>
        <pc:spChg chg="add mod">
          <ac:chgData name="Odela, Sai Sathwik" userId="205ccc2e-f822-44a3-bfd6-758a683a8b09" providerId="ADAL" clId="{9E6834D8-D82A-4A62-80C9-2B1F67FEFF8D}" dt="2025-11-25T16:14:01.369" v="98" actId="27636"/>
          <ac:spMkLst>
            <pc:docMk/>
            <pc:sldMk cId="3234527161" sldId="265"/>
            <ac:spMk id="2" creationId="{0289DC19-9D41-4EEA-A8B8-699C3550B7C4}"/>
          </ac:spMkLst>
        </pc:spChg>
        <pc:spChg chg="add mod">
          <ac:chgData name="Odela, Sai Sathwik" userId="205ccc2e-f822-44a3-bfd6-758a683a8b09" providerId="ADAL" clId="{9E6834D8-D82A-4A62-80C9-2B1F67FEFF8D}" dt="2025-11-26T05:28:07.333" v="156" actId="255"/>
          <ac:spMkLst>
            <pc:docMk/>
            <pc:sldMk cId="3234527161" sldId="265"/>
            <ac:spMk id="3" creationId="{7BBF4E0F-C3DC-6133-00CA-BC9DAD24416C}"/>
          </ac:spMkLst>
        </pc:spChg>
      </pc:sldChg>
      <pc:sldChg chg="delSp modSp new del mod">
        <pc:chgData name="Odela, Sai Sathwik" userId="205ccc2e-f822-44a3-bfd6-758a683a8b09" providerId="ADAL" clId="{9E6834D8-D82A-4A62-80C9-2B1F67FEFF8D}" dt="2025-11-26T05:26:37.266" v="151" actId="2696"/>
        <pc:sldMkLst>
          <pc:docMk/>
          <pc:sldMk cId="1627330787" sldId="266"/>
        </pc:sldMkLst>
        <pc:spChg chg="del mod">
          <ac:chgData name="Odela, Sai Sathwik" userId="205ccc2e-f822-44a3-bfd6-758a683a8b09" providerId="ADAL" clId="{9E6834D8-D82A-4A62-80C9-2B1F67FEFF8D}" dt="2025-11-25T16:09:48.674" v="67" actId="21"/>
          <ac:spMkLst>
            <pc:docMk/>
            <pc:sldMk cId="1627330787" sldId="266"/>
            <ac:spMk id="2" creationId="{26A0BB9B-F488-92F2-8BFA-00ACDB33EB4C}"/>
          </ac:spMkLst>
        </pc:spChg>
        <pc:spChg chg="mod">
          <ac:chgData name="Odela, Sai Sathwik" userId="205ccc2e-f822-44a3-bfd6-758a683a8b09" providerId="ADAL" clId="{9E6834D8-D82A-4A62-80C9-2B1F67FEFF8D}" dt="2025-11-25T16:11:23.925" v="80" actId="27636"/>
          <ac:spMkLst>
            <pc:docMk/>
            <pc:sldMk cId="1627330787" sldId="266"/>
            <ac:spMk id="3" creationId="{21DF1260-D9C1-BA0E-E265-F3DF1D995EEF}"/>
          </ac:spMkLst>
        </pc:spChg>
      </pc:sldChg>
      <pc:sldChg chg="delSp modSp new del mod ord">
        <pc:chgData name="Odela, Sai Sathwik" userId="205ccc2e-f822-44a3-bfd6-758a683a8b09" providerId="ADAL" clId="{9E6834D8-D82A-4A62-80C9-2B1F67FEFF8D}" dt="2025-11-26T05:26:44.433" v="152" actId="2696"/>
        <pc:sldMkLst>
          <pc:docMk/>
          <pc:sldMk cId="1852776996" sldId="267"/>
        </pc:sldMkLst>
        <pc:spChg chg="del mod">
          <ac:chgData name="Odela, Sai Sathwik" userId="205ccc2e-f822-44a3-bfd6-758a683a8b09" providerId="ADAL" clId="{9E6834D8-D82A-4A62-80C9-2B1F67FEFF8D}" dt="2025-11-25T16:10:31.882" v="72" actId="21"/>
          <ac:spMkLst>
            <pc:docMk/>
            <pc:sldMk cId="1852776996" sldId="267"/>
            <ac:spMk id="2" creationId="{F2F9A1AD-1231-48EF-7046-5BBC35008A8A}"/>
          </ac:spMkLst>
        </pc:spChg>
        <pc:spChg chg="mod">
          <ac:chgData name="Odela, Sai Sathwik" userId="205ccc2e-f822-44a3-bfd6-758a683a8b09" providerId="ADAL" clId="{9E6834D8-D82A-4A62-80C9-2B1F67FEFF8D}" dt="2025-11-25T16:10:35.493" v="74" actId="27636"/>
          <ac:spMkLst>
            <pc:docMk/>
            <pc:sldMk cId="1852776996" sldId="267"/>
            <ac:spMk id="3" creationId="{B1AFAC55-AE66-1142-632D-FADCB65B5F62}"/>
          </ac:spMkLst>
        </pc:spChg>
      </pc:sldChg>
      <pc:sldChg chg="addSp modSp new mod modClrScheme chgLayout">
        <pc:chgData name="Odela, Sai Sathwik" userId="205ccc2e-f822-44a3-bfd6-758a683a8b09" providerId="ADAL" clId="{9E6834D8-D82A-4A62-80C9-2B1F67FEFF8D}" dt="2025-11-26T05:28:34.572" v="171" actId="20577"/>
        <pc:sldMkLst>
          <pc:docMk/>
          <pc:sldMk cId="3186732630" sldId="268"/>
        </pc:sldMkLst>
        <pc:spChg chg="add mod">
          <ac:chgData name="Odela, Sai Sathwik" userId="205ccc2e-f822-44a3-bfd6-758a683a8b09" providerId="ADAL" clId="{9E6834D8-D82A-4A62-80C9-2B1F67FEFF8D}" dt="2025-11-26T05:28:34.572" v="171" actId="20577"/>
          <ac:spMkLst>
            <pc:docMk/>
            <pc:sldMk cId="3186732630" sldId="268"/>
            <ac:spMk id="2" creationId="{63F516DF-7D51-EF26-381D-1C05DF289C23}"/>
          </ac:spMkLst>
        </pc:spChg>
        <pc:spChg chg="add mod">
          <ac:chgData name="Odela, Sai Sathwik" userId="205ccc2e-f822-44a3-bfd6-758a683a8b09" providerId="ADAL" clId="{9E6834D8-D82A-4A62-80C9-2B1F67FEFF8D}" dt="2025-11-26T05:28:29.993" v="159" actId="5793"/>
          <ac:spMkLst>
            <pc:docMk/>
            <pc:sldMk cId="3186732630" sldId="268"/>
            <ac:spMk id="3" creationId="{F0A7E32B-85A3-63F4-C21F-920BFCA9B41B}"/>
          </ac:spMkLst>
        </pc:spChg>
      </pc:sldChg>
      <pc:sldChg chg="addSp new mod">
        <pc:chgData name="Odela, Sai Sathwik" userId="205ccc2e-f822-44a3-bfd6-758a683a8b09" providerId="ADAL" clId="{9E6834D8-D82A-4A62-80C9-2B1F67FEFF8D}" dt="2025-11-26T05:22:58.778" v="144" actId="22"/>
        <pc:sldMkLst>
          <pc:docMk/>
          <pc:sldMk cId="2733875698" sldId="269"/>
        </pc:sldMkLst>
        <pc:picChg chg="add">
          <ac:chgData name="Odela, Sai Sathwik" userId="205ccc2e-f822-44a3-bfd6-758a683a8b09" providerId="ADAL" clId="{9E6834D8-D82A-4A62-80C9-2B1F67FEFF8D}" dt="2025-11-26T05:22:58.778" v="144" actId="22"/>
          <ac:picMkLst>
            <pc:docMk/>
            <pc:sldMk cId="2733875698" sldId="269"/>
            <ac:picMk id="3" creationId="{80B9CD3A-31F9-CACB-0DD0-67078A32194C}"/>
          </ac:picMkLst>
        </pc:picChg>
      </pc:sldChg>
      <pc:sldChg chg="new del">
        <pc:chgData name="Odela, Sai Sathwik" userId="205ccc2e-f822-44a3-bfd6-758a683a8b09" providerId="ADAL" clId="{9E6834D8-D82A-4A62-80C9-2B1F67FEFF8D}" dt="2025-11-25T16:15:11.571" v="127" actId="2696"/>
        <pc:sldMkLst>
          <pc:docMk/>
          <pc:sldMk cId="3841578851" sldId="269"/>
        </pc:sldMkLst>
      </pc:sldChg>
      <pc:sldChg chg="addSp modSp new mod">
        <pc:chgData name="Odela, Sai Sathwik" userId="205ccc2e-f822-44a3-bfd6-758a683a8b09" providerId="ADAL" clId="{9E6834D8-D82A-4A62-80C9-2B1F67FEFF8D}" dt="2025-11-26T05:24:21.019" v="150" actId="1076"/>
        <pc:sldMkLst>
          <pc:docMk/>
          <pc:sldMk cId="503958" sldId="270"/>
        </pc:sldMkLst>
        <pc:picChg chg="add mod">
          <ac:chgData name="Odela, Sai Sathwik" userId="205ccc2e-f822-44a3-bfd6-758a683a8b09" providerId="ADAL" clId="{9E6834D8-D82A-4A62-80C9-2B1F67FEFF8D}" dt="2025-11-26T05:24:21.019" v="150" actId="1076"/>
          <ac:picMkLst>
            <pc:docMk/>
            <pc:sldMk cId="503958" sldId="270"/>
            <ac:picMk id="3" creationId="{F91DA4D5-EDFE-C1A9-DFD6-CC14071673E8}"/>
          </ac:picMkLst>
        </pc:picChg>
      </pc:sldChg>
      <pc:sldChg chg="addSp modSp new mod">
        <pc:chgData name="Odela, Sai Sathwik" userId="205ccc2e-f822-44a3-bfd6-758a683a8b09" providerId="ADAL" clId="{9E6834D8-D82A-4A62-80C9-2B1F67FEFF8D}" dt="2025-11-26T05:29:27.093" v="175" actId="1076"/>
        <pc:sldMkLst>
          <pc:docMk/>
          <pc:sldMk cId="695265304" sldId="271"/>
        </pc:sldMkLst>
        <pc:picChg chg="add mod">
          <ac:chgData name="Odela, Sai Sathwik" userId="205ccc2e-f822-44a3-bfd6-758a683a8b09" providerId="ADAL" clId="{9E6834D8-D82A-4A62-80C9-2B1F67FEFF8D}" dt="2025-11-26T05:29:27.093" v="175" actId="1076"/>
          <ac:picMkLst>
            <pc:docMk/>
            <pc:sldMk cId="695265304" sldId="271"/>
            <ac:picMk id="3" creationId="{7113989D-49E2-1489-7F65-0F0C6CFF2B6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A2946-37FE-99FC-F74D-1EDD84A71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E1B1B-8205-273A-324C-BFD959D72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207EF-3219-D55A-8F0C-44C01FC93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76E89-FE58-4551-882C-46C2CDAD91F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46CEE-596F-FCB1-EF1A-0832D7E0B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72B9B-D199-F335-4EBA-1626D013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9464F-3850-4EE5-8453-B0BE8B86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74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98887-62C8-B508-E684-133AECCB7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8F85F-9E4D-7ECE-009A-0A2A5B910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5D1FA-20B5-60CC-DFFF-C353A7C3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76E89-FE58-4551-882C-46C2CDAD91F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2851D-07B2-F27C-B3D4-3C22E2DB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693D5-38B9-79DA-F620-FDD09E26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9464F-3850-4EE5-8453-B0BE8B86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33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40BD-CE1A-0841-57E5-72A6E3597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C536E-8042-D5B8-9A66-655F82F0D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F455A-664B-AE43-A3EE-E9308C935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76E89-FE58-4551-882C-46C2CDAD91F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CEAFF-372E-6B0C-E2B0-5E2D9ADE3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85431-C51D-3852-7488-1AA58E603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9464F-3850-4EE5-8453-B0BE8B86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75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71F3-FB6F-67AF-04AA-D656EE48E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28BD7-48EE-5B40-B47C-6D5DBE96D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004D2-067B-3E1A-1B1E-44708B830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FD962-FE1C-9727-989F-F6AF8E46A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76E89-FE58-4551-882C-46C2CDAD91F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1D074-1277-1091-9832-E4F886E2C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66510-4928-DCC1-DE4A-86F94171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9464F-3850-4EE5-8453-B0BE8B86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46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B9DCC-4325-0596-6D6E-04769B3AD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F4FBD-EFE2-A362-EAB2-415A93CFA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5AF1F-D1C6-D696-E39E-F5BFCD2A6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B2FB6E-EC4B-9C8D-F6FC-DC5CBCBC8F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CDADCE-5CD5-5315-4D82-627AF7FC3D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D5127F-0514-C6FA-374A-6F20C244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76E89-FE58-4551-882C-46C2CDAD91F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E2DA66-52FD-15BE-7AFE-8EF28C2E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3B4459-D501-7FE3-378E-BBC24AF61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9464F-3850-4EE5-8453-B0BE8B86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045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48CF6-8A6F-04D6-5B3D-DD39E347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6C716E-FF47-0FB8-53BD-519C4B2E1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76E89-FE58-4551-882C-46C2CDAD91F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880E71-5AAE-3FE5-97D2-6080C81AA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8A4AC-C2A3-FF48-D5D4-C362B528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9464F-3850-4EE5-8453-B0BE8B86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12EC58-8E74-3800-90A6-422C967D1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76E89-FE58-4551-882C-46C2CDAD91F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2D5D52-5030-9EFA-E32F-E8C3AC045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51832-1740-DC3F-1612-3D3FAF88A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9464F-3850-4EE5-8453-B0BE8B86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30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39C2-611F-3610-BFC6-46C45C172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31700-E7C9-E173-C248-5AD01C457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1C5DBE-CC6C-B41D-C5C8-6EF650D55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6AB6C-0A65-6D26-0A3B-D78AD2CE2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76E89-FE58-4551-882C-46C2CDAD91F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14122-A274-41AC-223B-EFD858440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127CA-032D-10D4-67E8-7FF2531AD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9464F-3850-4EE5-8453-B0BE8B86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97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5FF9-3655-378F-9919-248D87687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19C342-A077-CC75-7499-A12D9BD4F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B39CC-F1D6-E909-864F-9DF48B10A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69A48-415A-6F0E-5827-26C0D622A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76E89-FE58-4551-882C-46C2CDAD91F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DFBD3-296A-D888-B8D8-234974564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FFD7B-FD3A-5109-EF68-C7CC729C8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9464F-3850-4EE5-8453-B0BE8B86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47739-0A71-0310-3644-797952781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77D8C-68E0-6FE3-8AC3-22FB30A24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E9B59-9213-8448-195E-FA4DA5C6D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76E89-FE58-4551-882C-46C2CDAD91F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40870-23F2-AAF7-80C3-FC279F5FE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6C683-1E24-866E-A0EC-3A87F0123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9464F-3850-4EE5-8453-B0BE8B86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44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3AE631-831A-A018-E3D2-12D18945C5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44C33A-4CFA-8AC6-4CAA-0750FC29D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61CD2-79A0-EFD2-49BD-FF119976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76E89-FE58-4551-882C-46C2CDAD91F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1665C-CD0D-29DF-4FB5-19957AE80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91374-50EC-8CF3-9B2A-C3CE91A7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9464F-3850-4EE5-8453-B0BE8B86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53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17154D-E47B-9D46-01A1-14F803D65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8657C-AE30-75B1-44B3-BDB20E580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FF74A-ED1E-169F-4C09-0E0C6F714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76E89-FE58-4551-882C-46C2CDAD91F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5B3DA-7F07-D42D-EB94-D0F812292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44C1A-3F5D-4AF1-F935-FE41087D3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D9464F-3850-4EE5-8453-B0BE8B86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7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18AFE-04E6-60DF-01D4-F2F97370EF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Loading data from Json data from blob to the Snowflake Raw layer using </a:t>
            </a:r>
            <a:r>
              <a:rPr lang="en-US" dirty="0" err="1"/>
              <a:t>adf</a:t>
            </a:r>
            <a:r>
              <a:rPr lang="en-US" dirty="0"/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F07DE-FB53-8408-9FE4-E2B8B21F16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79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E4A9-2E14-7028-45C1-99AD697F2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6"/>
            <a:ext cx="10439400" cy="875846"/>
          </a:xfrm>
        </p:spPr>
        <p:txBody>
          <a:bodyPr/>
          <a:lstStyle/>
          <a:p>
            <a:r>
              <a:rPr lang="en-US" dirty="0"/>
              <a:t>Blob container where data is present.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A27777-F978-583D-0C82-E1B24524F5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7643" y="2018458"/>
            <a:ext cx="6439799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431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03BB12-2BB8-2C62-365D-385648191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87" y="1382486"/>
            <a:ext cx="9586178" cy="373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508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370A-C054-D0DF-A2CC-DFF2C2F380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78E80-FC7E-ADB7-8EAD-7E404958F1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78D18B-2213-6D30-C416-D7293E740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82" y="936170"/>
            <a:ext cx="9745435" cy="448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087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26D546-05C5-073F-A6E2-7CBE7C098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4" y="1104575"/>
            <a:ext cx="11230124" cy="464884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1D5560C8-FC95-0A55-7F35-EA3DA95B8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7246"/>
          </a:xfrm>
        </p:spPr>
        <p:txBody>
          <a:bodyPr>
            <a:normAutofit fontScale="90000"/>
          </a:bodyPr>
          <a:lstStyle/>
          <a:p>
            <a:r>
              <a:rPr lang="en-US" dirty="0"/>
              <a:t>Target table empty</a:t>
            </a:r>
          </a:p>
        </p:txBody>
      </p:sp>
    </p:spTree>
    <p:extLst>
      <p:ext uri="{BB962C8B-B14F-4D97-AF65-F5344CB8AC3E}">
        <p14:creationId xmlns:p14="http://schemas.microsoft.com/office/powerpoint/2010/main" val="3578447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B9CD3A-31F9-CACB-0DD0-67078A321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0" y="1033128"/>
            <a:ext cx="8278380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875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FF2B047-CF40-84A7-4C16-4828E5B0D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2" y="113837"/>
            <a:ext cx="11431595" cy="663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192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1DA4D5-EDFE-C1A9-DFD6-CC1407167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43" y="398278"/>
            <a:ext cx="10288514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13989D-49E2-1489-7F65-0F0C6CFF2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8" y="538454"/>
            <a:ext cx="10880432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265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DC19-9D41-4EEA-A8B8-699C3550B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7504"/>
          </a:xfrm>
        </p:spPr>
        <p:txBody>
          <a:bodyPr>
            <a:normAutofit fontScale="90000"/>
          </a:bodyPr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F4E0F-C3DC-6133-00CA-BC9DAD244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892630"/>
            <a:ext cx="10700657" cy="52843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• </a:t>
            </a:r>
            <a:r>
              <a:rPr lang="en-US" sz="2000" b="1" dirty="0"/>
              <a:t>Fully Automated</a:t>
            </a:r>
            <a:r>
              <a:rPr lang="en-US" sz="2000" dirty="0"/>
              <a:t> - Zero manual intervention required</a:t>
            </a:r>
            <a:br>
              <a:rPr lang="en-US" sz="2000" dirty="0"/>
            </a:br>
            <a:r>
              <a:rPr lang="en-US" sz="2000" dirty="0"/>
              <a:t>• </a:t>
            </a:r>
            <a:r>
              <a:rPr lang="en-US" sz="2000" b="1" dirty="0"/>
              <a:t>Time Efficient</a:t>
            </a:r>
            <a:r>
              <a:rPr lang="en-US" sz="2000" dirty="0"/>
              <a:t> - Processes data 24/7 automatically</a:t>
            </a:r>
            <a:br>
              <a:rPr lang="en-US" sz="2000" dirty="0"/>
            </a:br>
            <a:r>
              <a:rPr lang="en-US" sz="2000" dirty="0"/>
              <a:t>• </a:t>
            </a:r>
            <a:r>
              <a:rPr lang="en-US" sz="2000" b="1" dirty="0"/>
              <a:t>Scalable</a:t>
            </a:r>
            <a:r>
              <a:rPr lang="en-US" sz="2000" dirty="0"/>
              <a:t> - Handles unlimited data growth</a:t>
            </a:r>
            <a:br>
              <a:rPr lang="en-US" sz="2000" dirty="0"/>
            </a:br>
            <a:r>
              <a:rPr lang="en-US" sz="2000" dirty="0"/>
              <a:t>• </a:t>
            </a:r>
            <a:r>
              <a:rPr lang="en-US" sz="2000" b="1" dirty="0"/>
              <a:t>Cost Effective</a:t>
            </a:r>
            <a:r>
              <a:rPr lang="en-US" sz="2000" dirty="0"/>
              <a:t> - Reduces operational costs by 80%</a:t>
            </a:r>
            <a:br>
              <a:rPr lang="en-US" sz="2000" dirty="0"/>
            </a:br>
            <a:r>
              <a:rPr lang="en-US" sz="2000" dirty="0"/>
              <a:t>• </a:t>
            </a:r>
            <a:r>
              <a:rPr lang="en-US" sz="2000" b="1" dirty="0"/>
              <a:t>Reliable</a:t>
            </a:r>
            <a:r>
              <a:rPr lang="en-US" sz="2000" dirty="0"/>
              <a:t> - Ensures data consistency and accuracy</a:t>
            </a:r>
          </a:p>
        </p:txBody>
      </p:sp>
    </p:spTree>
    <p:extLst>
      <p:ext uri="{BB962C8B-B14F-4D97-AF65-F5344CB8AC3E}">
        <p14:creationId xmlns:p14="http://schemas.microsoft.com/office/powerpoint/2010/main" val="3234527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516DF-7D51-EF26-381D-1C05DF289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7E32B-85A3-63F4-C21F-920BFCA9B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Successfully implemented an automated, scalable data pipeline that delivers reliable, cost-effective data ingestion with minimal maintenance.</a:t>
            </a:r>
          </a:p>
        </p:txBody>
      </p:sp>
    </p:spTree>
    <p:extLst>
      <p:ext uri="{BB962C8B-B14F-4D97-AF65-F5344CB8AC3E}">
        <p14:creationId xmlns:p14="http://schemas.microsoft.com/office/powerpoint/2010/main" val="3186732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91</Words>
  <Application>Microsoft Office PowerPoint</Application>
  <PresentationFormat>Widescreen</PresentationFormat>
  <Paragraphs>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Loading data from Json data from blob to the Snowflake Raw layer using adf.</vt:lpstr>
      <vt:lpstr>Blob container where data is present.</vt:lpstr>
      <vt:lpstr>PowerPoint Presentation</vt:lpstr>
      <vt:lpstr>PowerPoint Presentation</vt:lpstr>
      <vt:lpstr>Target table empty</vt:lpstr>
      <vt:lpstr>PowerPoint Presentation</vt:lpstr>
      <vt:lpstr>PowerPoint Presentation</vt:lpstr>
      <vt:lpstr>PowerPoint Presentation</vt:lpstr>
      <vt:lpstr>PowerPoint Presentation</vt:lpstr>
      <vt:lpstr>Advantages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Odela, Sai Sathwik</dc:creator>
  <cp:lastModifiedBy>Odela, Sai Sathwik</cp:lastModifiedBy>
  <cp:revision>1</cp:revision>
  <dcterms:created xsi:type="dcterms:W3CDTF">2025-11-25T12:31:29Z</dcterms:created>
  <dcterms:modified xsi:type="dcterms:W3CDTF">2025-11-26T05:29:28Z</dcterms:modified>
</cp:coreProperties>
</file>